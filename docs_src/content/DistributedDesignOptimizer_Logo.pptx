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heme/theme2.xml" ContentType="application/vnd.openxmlformats-officedocument.theme+xml"/>
  <Override PartName="/ppt/theme/theme3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95" r:id="rId4"/>
  </p:sldMasterIdLst>
  <p:notesMasterIdLst>
    <p:notesMasterId r:id="rId7"/>
  </p:notesMasterIdLst>
  <p:handoutMasterIdLst>
    <p:handoutMasterId r:id="rId8"/>
  </p:handoutMasterIdLst>
  <p:sldIdLst>
    <p:sldId id="373" r:id="rId5"/>
    <p:sldId id="374" r:id="rId6"/>
  </p:sldIdLst>
  <p:sldSz cx="12192000" cy="6858000"/>
  <p:notesSz cx="6858000" cy="9144000"/>
  <p:custDataLst>
    <p:tags r:id="rId9"/>
  </p:custDataLst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Dannerbeck Anke, CB-1" initials="DAC" lastIdx="16" clrIdx="0">
    <p:extLst>
      <p:ext uri="{19B8F6BF-5375-455C-9EA6-DF929625EA0E}">
        <p15:presenceInfo xmlns:p15="http://schemas.microsoft.com/office/powerpoint/2012/main" userId="S::anke.dannerbeck@bmwgroup.com::fd0449d5-378d-4b92-af7e-1dec4ec42989" providerId="AD"/>
      </p:ext>
    </p:extLst>
  </p:cmAuthor>
  <p:cmAuthor id="2" name="Mazur Karen, AU-1" initials="MKA" lastIdx="21" clrIdx="1">
    <p:extLst>
      <p:ext uri="{19B8F6BF-5375-455C-9EA6-DF929625EA0E}">
        <p15:presenceInfo xmlns:p15="http://schemas.microsoft.com/office/powerpoint/2012/main" userId="Mazur Karen, AU-1" providerId="None"/>
      </p:ext>
    </p:extLst>
  </p:cmAuthor>
  <p:cmAuthor id="3" name="Karen" initials="K" lastIdx="1" clrIdx="2">
    <p:extLst>
      <p:ext uri="{19B8F6BF-5375-455C-9EA6-DF929625EA0E}">
        <p15:presenceInfo xmlns:p15="http://schemas.microsoft.com/office/powerpoint/2012/main" userId="Karen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9E6EA"/>
    <a:srgbClr val="035970"/>
    <a:srgbClr val="F0F0F0"/>
    <a:srgbClr val="6F6F6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933DEC5-C103-453D-9CF9-565B51CD42EA}" v="5" dt="2026-02-22T15:12:15.569"/>
  </p1510:revLst>
</p1510:revInfo>
</file>

<file path=ppt/tableStyles.xml><?xml version="1.0" encoding="utf-8"?>
<a:tblStyleLst xmlns:a="http://schemas.openxmlformats.org/drawingml/2006/main" def="{C083E6E3-FA7D-4D7B-A595-EF9225AFEA82}">
  <a:tblStyle styleId="{C083E6E3-FA7D-4D7B-A595-EF9225AFEA82}" styleName="Helle Formatvorlage 1 - Akz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/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/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6056" autoAdjust="0"/>
  </p:normalViewPr>
  <p:slideViewPr>
    <p:cSldViewPr snapToGrid="0">
      <p:cViewPr varScale="1">
        <p:scale>
          <a:sx n="104" d="100"/>
          <a:sy n="104" d="100"/>
        </p:scale>
        <p:origin x="144" y="252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notesViewPr>
    <p:cSldViewPr snapToGrid="0" showGuides="1">
      <p:cViewPr varScale="1">
        <p:scale>
          <a:sx n="78" d="100"/>
          <a:sy n="78" d="100"/>
        </p:scale>
        <p:origin x="3108" y="9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handoutMaster" Target="handoutMasters/handoutMaster1.xml"/><Relationship Id="rId13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notesMaster" Target="notesMasters/notesMaster1.xml"/><Relationship Id="rId12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microsoft.com/office/2015/10/relationships/revisionInfo" Target="revisionInfo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presProps" Target="presProps.xml"/><Relationship Id="rId5" Type="http://schemas.openxmlformats.org/officeDocument/2006/relationships/slide" Target="slides/slide1.xml"/><Relationship Id="rId15" Type="http://schemas.microsoft.com/office/2016/11/relationships/changesInfo" Target="changesInfos/changesInfo1.xml"/><Relationship Id="rId10" Type="http://schemas.openxmlformats.org/officeDocument/2006/relationships/commentAuthors" Target="commentAuthors.xml"/><Relationship Id="rId4" Type="http://schemas.openxmlformats.org/officeDocument/2006/relationships/slideMaster" Target="slideMasters/slideMaster1.xml"/><Relationship Id="rId9" Type="http://schemas.openxmlformats.org/officeDocument/2006/relationships/tags" Target="tags/tag1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Ellmaier Sebastian, EG-D-14" userId="7329bb60-b069-4545-a3e5-d564c954cdc1" providerId="ADAL" clId="{75547879-AD76-45D8-B1F6-01FEACE1EF62}"/>
    <pc:docChg chg="modSld">
      <pc:chgData name="Ellmaier Sebastian, EG-D-14" userId="7329bb60-b069-4545-a3e5-d564c954cdc1" providerId="ADAL" clId="{75547879-AD76-45D8-B1F6-01FEACE1EF62}" dt="2026-02-22T15:13:17.143" v="90" actId="692"/>
      <pc:docMkLst>
        <pc:docMk/>
      </pc:docMkLst>
      <pc:sldChg chg="addSp modSp mod">
        <pc:chgData name="Ellmaier Sebastian, EG-D-14" userId="7329bb60-b069-4545-a3e5-d564c954cdc1" providerId="ADAL" clId="{75547879-AD76-45D8-B1F6-01FEACE1EF62}" dt="2026-02-22T15:13:17.143" v="90" actId="692"/>
        <pc:sldMkLst>
          <pc:docMk/>
          <pc:sldMk cId="2684008841" sldId="373"/>
        </pc:sldMkLst>
        <pc:cxnChg chg="add mod">
          <ac:chgData name="Ellmaier Sebastian, EG-D-14" userId="7329bb60-b069-4545-a3e5-d564c954cdc1" providerId="ADAL" clId="{75547879-AD76-45D8-B1F6-01FEACE1EF62}" dt="2026-02-22T15:13:17.143" v="90" actId="692"/>
          <ac:cxnSpMkLst>
            <pc:docMk/>
            <pc:sldMk cId="2684008841" sldId="373"/>
            <ac:cxnSpMk id="9" creationId="{77D4A0EF-2D71-4AFF-D606-0DF5E0019971}"/>
          </ac:cxnSpMkLst>
        </pc:cxnChg>
        <pc:cxnChg chg="add mod">
          <ac:chgData name="Ellmaier Sebastian, EG-D-14" userId="7329bb60-b069-4545-a3e5-d564c954cdc1" providerId="ADAL" clId="{75547879-AD76-45D8-B1F6-01FEACE1EF62}" dt="2026-02-22T15:13:17.143" v="90" actId="692"/>
          <ac:cxnSpMkLst>
            <pc:docMk/>
            <pc:sldMk cId="2684008841" sldId="373"/>
            <ac:cxnSpMk id="10" creationId="{832B993A-F99A-352C-6ED1-3AB36797C49E}"/>
          </ac:cxnSpMkLst>
        </pc:cxnChg>
        <pc:cxnChg chg="add mod">
          <ac:chgData name="Ellmaier Sebastian, EG-D-14" userId="7329bb60-b069-4545-a3e5-d564c954cdc1" providerId="ADAL" clId="{75547879-AD76-45D8-B1F6-01FEACE1EF62}" dt="2026-02-22T15:13:17.143" v="90" actId="692"/>
          <ac:cxnSpMkLst>
            <pc:docMk/>
            <pc:sldMk cId="2684008841" sldId="373"/>
            <ac:cxnSpMk id="12" creationId="{729BAE5F-7034-E5BE-4D5E-9F527EA5B9E7}"/>
          </ac:cxnSpMkLst>
        </pc:cxnChg>
        <pc:cxnChg chg="add mod">
          <ac:chgData name="Ellmaier Sebastian, EG-D-14" userId="7329bb60-b069-4545-a3e5-d564c954cdc1" providerId="ADAL" clId="{75547879-AD76-45D8-B1F6-01FEACE1EF62}" dt="2026-02-22T15:13:17.143" v="90" actId="692"/>
          <ac:cxnSpMkLst>
            <pc:docMk/>
            <pc:sldMk cId="2684008841" sldId="373"/>
            <ac:cxnSpMk id="15" creationId="{2CA34CA6-F751-0580-2247-D14B5C38E95A}"/>
          </ac:cxnSpMkLst>
        </pc:cxnChg>
        <pc:cxnChg chg="add mod">
          <ac:chgData name="Ellmaier Sebastian, EG-D-14" userId="7329bb60-b069-4545-a3e5-d564c954cdc1" providerId="ADAL" clId="{75547879-AD76-45D8-B1F6-01FEACE1EF62}" dt="2026-02-22T15:13:17.143" v="90" actId="692"/>
          <ac:cxnSpMkLst>
            <pc:docMk/>
            <pc:sldMk cId="2684008841" sldId="373"/>
            <ac:cxnSpMk id="16" creationId="{466C248C-2EA8-EFF6-83A4-637D3E7EEB69}"/>
          </ac:cxnSpMkLst>
        </pc:cxnChg>
        <pc:cxnChg chg="add mod">
          <ac:chgData name="Ellmaier Sebastian, EG-D-14" userId="7329bb60-b069-4545-a3e5-d564c954cdc1" providerId="ADAL" clId="{75547879-AD76-45D8-B1F6-01FEACE1EF62}" dt="2026-02-22T15:13:17.143" v="90" actId="692"/>
          <ac:cxnSpMkLst>
            <pc:docMk/>
            <pc:sldMk cId="2684008841" sldId="373"/>
            <ac:cxnSpMk id="21" creationId="{B4A8F6E1-0779-0138-433B-B55B7ACA131C}"/>
          </ac:cxnSpMkLst>
        </pc:cxn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 dirty="0">
              <a:latin typeface="BMWGroupTN Condensed" pitchFamily="50" charset="0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F3581A5-E4C6-4927-B3C0-8FAA582B9D53}" type="datetimeFigureOut">
              <a:rPr lang="de-DE" smtClean="0">
                <a:latin typeface="BMWGroupTN Condensed" pitchFamily="50" charset="0"/>
              </a:rPr>
              <a:t>09.06.2026</a:t>
            </a:fld>
            <a:endParaRPr lang="de-DE" dirty="0">
              <a:latin typeface="BMWGroupTN Condensed" pitchFamily="50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 dirty="0">
              <a:latin typeface="BMWGroupTN Condensed" pitchFamily="50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AAB3B58-435A-4CAB-BEDA-B203A898BBFC}" type="slidenum">
              <a:rPr lang="de-DE" smtClean="0">
                <a:latin typeface="BMWGroupTN Condensed" pitchFamily="50" charset="0"/>
              </a:rPr>
              <a:t>‹Nr.›</a:t>
            </a:fld>
            <a:endParaRPr lang="de-DE" dirty="0">
              <a:latin typeface="BMWGroupTN Condensed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74455135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rtl="0">
              <a:defRPr sz="1200">
                <a:latin typeface="BMWGroupTN Condensed" pitchFamily="50" charset="0"/>
              </a:defRPr>
            </a:lvl1pPr>
          </a:lstStyle>
          <a:p>
            <a:endParaRPr lang="de-DE" dirty="0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rtl="0">
              <a:defRPr sz="1200">
                <a:latin typeface="BMWGroupTN Condensed" pitchFamily="50" charset="0"/>
              </a:defRPr>
            </a:lvl1pPr>
          </a:lstStyle>
          <a:p>
            <a:fld id="{C9ACC0F7-209C-4EE4-A1D5-BFF0CBCA9BC3}" type="datetimeFigureOut">
              <a:rPr lang="de-DE" smtClean="0"/>
              <a:pPr/>
              <a:t>09.06.2026</a:t>
            </a:fld>
            <a:endParaRPr lang="de-DE" dirty="0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 dirty="0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 dirty="0"/>
              <a:t>Textmasterformat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rtl="0">
              <a:defRPr sz="1200">
                <a:latin typeface="BMWGroupTN Condensed" pitchFamily="50" charset="0"/>
              </a:defRPr>
            </a:lvl1pPr>
          </a:lstStyle>
          <a:p>
            <a:endParaRPr lang="de-DE" dirty="0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rtl="0">
              <a:defRPr sz="1200">
                <a:latin typeface="BMWGroupTN Condensed" pitchFamily="50" charset="0"/>
              </a:defRPr>
            </a:lvl1pPr>
          </a:lstStyle>
          <a:p>
            <a:fld id="{845B7A2B-9D63-4AB1-9A7A-EE5F31796489}" type="slidenum">
              <a:rPr lang="de-DE" smtClean="0"/>
              <a:pPr/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42322659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BMWGroupTN Condensed" pitchFamily="50" charset="0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BMWGroupTN Condensed" pitchFamily="50" charset="0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BMWGroupTN Condensed" pitchFamily="50" charset="0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BMWGroupTN Condensed" pitchFamily="50" charset="0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BMWGroupTN Condensed" pitchFamily="50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3.xml"/><Relationship Id="rId6" Type="http://schemas.openxmlformats.org/officeDocument/2006/relationships/image" Target="../media/image3.svg"/><Relationship Id="rId5" Type="http://schemas.openxmlformats.org/officeDocument/2006/relationships/image" Target="../media/image2.svg"/><Relationship Id="rId4" Type="http://schemas.openxmlformats.org/officeDocument/2006/relationships/image" Target="../media/image1.emf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4.xml"/><Relationship Id="rId4" Type="http://schemas.openxmlformats.org/officeDocument/2006/relationships/image" Target="../media/image1.emf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5.xml"/><Relationship Id="rId4" Type="http://schemas.openxmlformats.org/officeDocument/2006/relationships/image" Target="../media/image1.emf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6.xml"/><Relationship Id="rId4" Type="http://schemas.openxmlformats.org/officeDocument/2006/relationships/image" Target="../media/image1.emf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7.xml"/><Relationship Id="rId4" Type="http://schemas.openxmlformats.org/officeDocument/2006/relationships/image" Target="../media/image1.emf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7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8.xml"/><Relationship Id="rId4" Type="http://schemas.openxmlformats.org/officeDocument/2006/relationships/image" Target="../media/image1.emf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8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9.xml"/><Relationship Id="rId4" Type="http://schemas.openxmlformats.org/officeDocument/2006/relationships/image" Target="../media/image1.emf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9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0.xml"/><Relationship Id="rId4" Type="http://schemas.openxmlformats.org/officeDocument/2006/relationships/image" Target="../media/image1.emf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0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1.xml"/><Relationship Id="rId4" Type="http://schemas.openxmlformats.org/officeDocument/2006/relationships/image" Target="../media/image1.emf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1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2.xml"/><Relationship Id="rId4" Type="http://schemas.openxmlformats.org/officeDocument/2006/relationships/image" Target="../media/image1.emf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2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3.xml"/><Relationship Id="rId4" Type="http://schemas.openxmlformats.org/officeDocument/2006/relationships/image" Target="../media/image1.emf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3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4.xml"/><Relationship Id="rId4" Type="http://schemas.openxmlformats.org/officeDocument/2006/relationships/image" Target="../media/image1.emf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4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5.xml"/><Relationship Id="rId4" Type="http://schemas.openxmlformats.org/officeDocument/2006/relationships/image" Target="../media/image1.emf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4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6.xml"/><Relationship Id="rId4" Type="http://schemas.openxmlformats.org/officeDocument/2006/relationships/image" Target="../media/image1.emf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5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7.xml"/><Relationship Id="rId4" Type="http://schemas.openxmlformats.org/officeDocument/2006/relationships/image" Target="../media/image1.emf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6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8.xml"/><Relationship Id="rId4" Type="http://schemas.openxmlformats.org/officeDocument/2006/relationships/image" Target="../media/image1.emf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7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9.xml"/><Relationship Id="rId4" Type="http://schemas.openxmlformats.org/officeDocument/2006/relationships/image" Target="../media/image1.emf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8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0.xml"/><Relationship Id="rId4" Type="http://schemas.openxmlformats.org/officeDocument/2006/relationships/image" Target="../media/image1.emf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9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1.xml"/><Relationship Id="rId4" Type="http://schemas.openxmlformats.org/officeDocument/2006/relationships/image" Target="../media/image1.emf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0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2.xml"/><Relationship Id="rId4" Type="http://schemas.openxmlformats.org/officeDocument/2006/relationships/image" Target="../media/image1.emf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| Full Are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Objekt 7" hidden="1">
            <a:extLst>
              <a:ext uri="{FF2B5EF4-FFF2-40B4-BE49-F238E27FC236}">
                <a16:creationId xmlns:a16="http://schemas.microsoft.com/office/drawing/2014/main" id="{E701C665-C272-490E-8A21-0107CBA54ED1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7229163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344" imgH="344" progId="TCLayout.ActiveDocument.1">
                  <p:embed/>
                </p:oleObj>
              </mc:Choice>
              <mc:Fallback>
                <p:oleObj name="think-cell Folie" r:id="rId3" imgW="344" imgH="344" progId="TCLayout.ActiveDocument.1">
                  <p:embed/>
                  <p:pic>
                    <p:nvPicPr>
                      <p:cNvPr id="8" name="Objekt 7" hidden="1">
                        <a:extLst>
                          <a:ext uri="{FF2B5EF4-FFF2-40B4-BE49-F238E27FC236}">
                            <a16:creationId xmlns:a16="http://schemas.microsoft.com/office/drawing/2014/main" id="{E701C665-C272-490E-8A21-0107CBA54ED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Bildplatzhalter 8">
            <a:extLst>
              <a:ext uri="{FF2B5EF4-FFF2-40B4-BE49-F238E27FC236}">
                <a16:creationId xmlns:a16="http://schemas.microsoft.com/office/drawing/2014/main" id="{4E0EF039-EC0F-446F-B82A-2FB6C817C8AF}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>
          <a:xfrm>
            <a:off x="0" y="0"/>
            <a:ext cx="12192000" cy="6572262"/>
          </a:xfrm>
          <a:gradFill>
            <a:gsLst>
              <a:gs pos="1000">
                <a:schemeClr val="tx2"/>
              </a:gs>
              <a:gs pos="100000">
                <a:schemeClr val="tx2">
                  <a:lumMod val="50000"/>
                </a:schemeClr>
              </a:gs>
            </a:gsLst>
            <a:lin ang="5400000" scaled="0"/>
          </a:gradFill>
        </p:spPr>
        <p:txBody>
          <a:bodyPr/>
          <a:lstStyle>
            <a:lvl1pPr marL="0" indent="0" rtl="0">
              <a:lnSpc>
                <a:spcPct val="100000"/>
              </a:lnSpc>
              <a:spcAft>
                <a:spcPts val="600"/>
              </a:spcAft>
              <a:buNone/>
              <a:defRPr/>
            </a:lvl1pPr>
          </a:lstStyle>
          <a:p>
            <a:r>
              <a:rPr lang="de-DE" noProof="0" dirty="0"/>
              <a:t> </a:t>
            </a:r>
          </a:p>
        </p:txBody>
      </p:sp>
      <p:sp>
        <p:nvSpPr>
          <p:cNvPr id="14" name="Textplatzhalter 14">
            <a:extLst>
              <a:ext uri="{FF2B5EF4-FFF2-40B4-BE49-F238E27FC236}">
                <a16:creationId xmlns:a16="http://schemas.microsoft.com/office/drawing/2014/main" id="{88DEDB73-663D-4E69-BA2A-A35D3F0824E9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9537701" y="5887328"/>
            <a:ext cx="2654300" cy="419100"/>
          </a:xfrm>
          <a:custGeom>
            <a:avLst/>
            <a:gdLst>
              <a:gd name="connsiteX0" fmla="*/ 262299 w 1762125"/>
              <a:gd name="connsiteY0" fmla="*/ 0 h 363401"/>
              <a:gd name="connsiteX1" fmla="*/ 1762125 w 1762125"/>
              <a:gd name="connsiteY1" fmla="*/ 0 h 363401"/>
              <a:gd name="connsiteX2" fmla="*/ 1762125 w 1762125"/>
              <a:gd name="connsiteY2" fmla="*/ 363401 h 363401"/>
              <a:gd name="connsiteX3" fmla="*/ 0 w 1762125"/>
              <a:gd name="connsiteY3" fmla="*/ 363401 h 363401"/>
              <a:gd name="connsiteX0" fmla="*/ 203807 w 1762125"/>
              <a:gd name="connsiteY0" fmla="*/ 0 h 363401"/>
              <a:gd name="connsiteX1" fmla="*/ 1762125 w 1762125"/>
              <a:gd name="connsiteY1" fmla="*/ 0 h 363401"/>
              <a:gd name="connsiteX2" fmla="*/ 1762125 w 1762125"/>
              <a:gd name="connsiteY2" fmla="*/ 363401 h 363401"/>
              <a:gd name="connsiteX3" fmla="*/ 0 w 1762125"/>
              <a:gd name="connsiteY3" fmla="*/ 363401 h 363401"/>
              <a:gd name="connsiteX4" fmla="*/ 203807 w 1762125"/>
              <a:gd name="connsiteY4" fmla="*/ 0 h 363401"/>
              <a:gd name="connsiteX0" fmla="*/ 203807 w 1762125"/>
              <a:gd name="connsiteY0" fmla="*/ 0 h 363401"/>
              <a:gd name="connsiteX1" fmla="*/ 1762125 w 1762125"/>
              <a:gd name="connsiteY1" fmla="*/ 0 h 363401"/>
              <a:gd name="connsiteX2" fmla="*/ 1762125 w 1762125"/>
              <a:gd name="connsiteY2" fmla="*/ 363401 h 363401"/>
              <a:gd name="connsiteX3" fmla="*/ 0 w 1762125"/>
              <a:gd name="connsiteY3" fmla="*/ 363401 h 363401"/>
              <a:gd name="connsiteX4" fmla="*/ 203807 w 1762125"/>
              <a:gd name="connsiteY4" fmla="*/ 0 h 3634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62125" h="363401">
                <a:moveTo>
                  <a:pt x="203807" y="0"/>
                </a:moveTo>
                <a:lnTo>
                  <a:pt x="1762125" y="0"/>
                </a:lnTo>
                <a:lnTo>
                  <a:pt x="1762125" y="363401"/>
                </a:lnTo>
                <a:lnTo>
                  <a:pt x="0" y="363401"/>
                </a:lnTo>
                <a:lnTo>
                  <a:pt x="203807" y="0"/>
                </a:lnTo>
                <a:close/>
              </a:path>
            </a:pathLst>
          </a:custGeom>
          <a:solidFill>
            <a:schemeClr val="tx2"/>
          </a:solidFill>
          <a:ln w="19050">
            <a:noFill/>
            <a:miter lim="800000"/>
          </a:ln>
          <a:effectLst>
            <a:outerShdw dist="25400" dir="14400000" algn="br" rotWithShape="0">
              <a:schemeClr val="bg1"/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432054" tIns="72000" rIns="504000" bIns="72000" rtlCol="0" anchor="ctr" anchorCtr="0">
            <a:noAutofit/>
          </a:bodyPr>
          <a:lstStyle>
            <a:lvl1pPr marL="0" indent="0">
              <a:spcAft>
                <a:spcPts val="0"/>
              </a:spcAft>
              <a:buFontTx/>
              <a:buNone/>
              <a:defRPr lang="de-DE" sz="1800" dirty="0">
                <a:solidFill>
                  <a:schemeClr val="bg1"/>
                </a:solidFill>
              </a:defRPr>
            </a:lvl1pPr>
          </a:lstStyle>
          <a:p>
            <a:pPr marL="0" lvl="0"/>
            <a:r>
              <a:rPr lang="de-DE" dirty="0" err="1"/>
              <a:t>Dept</a:t>
            </a:r>
            <a:r>
              <a:rPr lang="de-DE" dirty="0"/>
              <a:t>.</a:t>
            </a:r>
          </a:p>
        </p:txBody>
      </p:sp>
      <p:sp>
        <p:nvSpPr>
          <p:cNvPr id="2" name="Titel 1"/>
          <p:cNvSpPr>
            <a:spLocks noGrp="1"/>
          </p:cNvSpPr>
          <p:nvPr>
            <p:ph type="ctrTitle" hasCustomPrompt="1"/>
          </p:nvPr>
        </p:nvSpPr>
        <p:spPr>
          <a:xfrm>
            <a:off x="0" y="3837978"/>
            <a:ext cx="12192000" cy="1376513"/>
          </a:xfrm>
          <a:noFill/>
        </p:spPr>
        <p:txBody>
          <a:bodyPr vert="horz" wrap="square" lIns="572400" tIns="72000" rIns="572400" bIns="72000" anchor="b">
            <a:noAutofit/>
          </a:bodyPr>
          <a:lstStyle>
            <a:lvl1pPr algn="l" rtl="0">
              <a:lnSpc>
                <a:spcPct val="100000"/>
              </a:lnSpc>
              <a:spcAft>
                <a:spcPts val="0"/>
              </a:spcAft>
              <a:defRPr sz="4000" cap="all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noProof="0" dirty="0"/>
              <a:t>presentation title, two lines maximum.</a:t>
            </a:r>
            <a:br>
              <a:rPr lang="en-US" noProof="0" dirty="0"/>
            </a:br>
            <a:r>
              <a:rPr lang="en-US" noProof="0" dirty="0"/>
              <a:t>text can be moved vertically.</a:t>
            </a:r>
            <a:endParaRPr lang="de-DE" noProof="0" dirty="0"/>
          </a:p>
        </p:txBody>
      </p:sp>
      <p:sp>
        <p:nvSpPr>
          <p:cNvPr id="3" name="Untertitel 2"/>
          <p:cNvSpPr>
            <a:spLocks noGrp="1"/>
          </p:cNvSpPr>
          <p:nvPr>
            <p:ph type="subTitle" idx="1" hasCustomPrompt="1"/>
          </p:nvPr>
        </p:nvSpPr>
        <p:spPr>
          <a:xfrm>
            <a:off x="0" y="5311365"/>
            <a:ext cx="12192000" cy="453183"/>
          </a:xfrm>
          <a:prstGeom prst="rect">
            <a:avLst/>
          </a:prstGeom>
          <a:noFill/>
        </p:spPr>
        <p:txBody>
          <a:bodyPr wrap="square" lIns="572400" tIns="72000" rIns="572400" bIns="72000">
            <a:noAutofit/>
          </a:bodyPr>
          <a:lstStyle>
            <a:lvl1pPr marL="0" indent="0" algn="l" rtl="0">
              <a:lnSpc>
                <a:spcPct val="100000"/>
              </a:lnSpc>
              <a:spcAft>
                <a:spcPts val="0"/>
              </a:spcAft>
              <a:buNone/>
              <a:defRPr sz="2000" b="0" cap="all" baseline="0">
                <a:solidFill>
                  <a:schemeClr val="bg1"/>
                </a:solidFill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 noProof="0" dirty="0" err="1"/>
              <a:t>SubTitle</a:t>
            </a:r>
            <a:r>
              <a:rPr lang="de-DE" noProof="0" dirty="0"/>
              <a:t>, </a:t>
            </a:r>
            <a:r>
              <a:rPr lang="de-DE" noProof="0" dirty="0" err="1"/>
              <a:t>two</a:t>
            </a:r>
            <a:r>
              <a:rPr lang="de-DE" noProof="0" dirty="0"/>
              <a:t> </a:t>
            </a:r>
            <a:r>
              <a:rPr lang="de-DE" noProof="0" dirty="0" err="1"/>
              <a:t>lines</a:t>
            </a:r>
            <a:r>
              <a:rPr lang="de-DE" noProof="0" dirty="0"/>
              <a:t> </a:t>
            </a:r>
            <a:r>
              <a:rPr lang="en-US" noProof="0" dirty="0"/>
              <a:t>maximum</a:t>
            </a:r>
            <a:r>
              <a:rPr lang="de-DE" noProof="0" dirty="0"/>
              <a:t>.</a:t>
            </a:r>
          </a:p>
        </p:txBody>
      </p:sp>
      <p:sp>
        <p:nvSpPr>
          <p:cNvPr id="17" name="SmartArt-Platzhalter 6">
            <a:extLst>
              <a:ext uri="{FF2B5EF4-FFF2-40B4-BE49-F238E27FC236}">
                <a16:creationId xmlns:a16="http://schemas.microsoft.com/office/drawing/2014/main" id="{BEF5298C-10DE-4459-A25C-6BF3ABC562A5}"/>
              </a:ext>
            </a:extLst>
          </p:cNvPr>
          <p:cNvSpPr>
            <a:spLocks noGrp="1" noChangeAspect="1"/>
          </p:cNvSpPr>
          <p:nvPr>
            <p:ph type="dgm" sz="quarter" idx="24" hasCustomPrompt="1"/>
          </p:nvPr>
        </p:nvSpPr>
        <p:spPr>
          <a:xfrm>
            <a:off x="572400" y="572399"/>
            <a:ext cx="1099906" cy="572400"/>
          </a:xfrm>
          <a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 sz="400">
                <a:solidFill>
                  <a:schemeClr val="tx2"/>
                </a:solidFill>
              </a:defRPr>
            </a:lvl1pPr>
          </a:lstStyle>
          <a:p>
            <a:r>
              <a:rPr lang="de-DE" dirty="0"/>
              <a:t>.</a:t>
            </a:r>
          </a:p>
        </p:txBody>
      </p:sp>
      <p:sp>
        <p:nvSpPr>
          <p:cNvPr id="18" name="SmartArt-Platzhalter 4">
            <a:extLst>
              <a:ext uri="{FF2B5EF4-FFF2-40B4-BE49-F238E27FC236}">
                <a16:creationId xmlns:a16="http://schemas.microsoft.com/office/drawing/2014/main" id="{FCCF42BF-D9E0-4820-BABA-DAF1A43D227B}"/>
              </a:ext>
            </a:extLst>
          </p:cNvPr>
          <p:cNvSpPr>
            <a:spLocks noGrp="1" noChangeAspect="1"/>
          </p:cNvSpPr>
          <p:nvPr>
            <p:ph type="dgm" sz="quarter" idx="23" hasCustomPrompt="1"/>
          </p:nvPr>
        </p:nvSpPr>
        <p:spPr>
          <a:xfrm>
            <a:off x="9947294" y="572400"/>
            <a:ext cx="1672306" cy="572400"/>
          </a:xfrm>
          <a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 sz="400">
                <a:solidFill>
                  <a:schemeClr val="tx2"/>
                </a:solidFill>
              </a:defRPr>
            </a:lvl1pPr>
          </a:lstStyle>
          <a:p>
            <a:r>
              <a:rPr lang="de-DE" dirty="0"/>
              <a:t>.</a:t>
            </a:r>
          </a:p>
        </p:txBody>
      </p:sp>
      <p:sp>
        <p:nvSpPr>
          <p:cNvPr id="11" name="Rechteck 10">
            <a:extLst>
              <a:ext uri="{FF2B5EF4-FFF2-40B4-BE49-F238E27FC236}">
                <a16:creationId xmlns:a16="http://schemas.microsoft.com/office/drawing/2014/main" id="{0C8B21A6-8453-43A9-BD65-C40990DB6E0F}"/>
              </a:ext>
            </a:extLst>
          </p:cNvPr>
          <p:cNvSpPr/>
          <p:nvPr userDrawn="1"/>
        </p:nvSpPr>
        <p:spPr bwMode="white">
          <a:xfrm>
            <a:off x="11001080" y="6608189"/>
            <a:ext cx="1190920" cy="249811"/>
          </a:xfrm>
          <a:prstGeom prst="rect">
            <a:avLst/>
          </a:prstGeom>
          <a:solidFill>
            <a:schemeClr val="bg1"/>
          </a:solidFill>
          <a:ln w="190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l"/>
            <a:endParaRPr lang="en-GB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9015602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59" userDrawn="1">
          <p15:clr>
            <a:srgbClr val="FBAE40"/>
          </p15:clr>
        </p15:guide>
        <p15:guide id="2" pos="732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vider | Half Area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kt 3" hidden="1">
            <a:extLst>
              <a:ext uri="{FF2B5EF4-FFF2-40B4-BE49-F238E27FC236}">
                <a16:creationId xmlns:a16="http://schemas.microsoft.com/office/drawing/2014/main" id="{EF5BEF2A-9A1E-4EAC-B0F5-2DDB471F4249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75444604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344" imgH="344" progId="TCLayout.ActiveDocument.1">
                  <p:embed/>
                </p:oleObj>
              </mc:Choice>
              <mc:Fallback>
                <p:oleObj name="think-cell Folie" r:id="rId3" imgW="344" imgH="344" progId="TCLayout.ActiveDocument.1">
                  <p:embed/>
                  <p:pic>
                    <p:nvPicPr>
                      <p:cNvPr id="4" name="Objekt 3" hidden="1">
                        <a:extLst>
                          <a:ext uri="{FF2B5EF4-FFF2-40B4-BE49-F238E27FC236}">
                            <a16:creationId xmlns:a16="http://schemas.microsoft.com/office/drawing/2014/main" id="{EF5BEF2A-9A1E-4EAC-B0F5-2DDB471F424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Textplatzhalter 6">
            <a:extLst>
              <a:ext uri="{FF2B5EF4-FFF2-40B4-BE49-F238E27FC236}">
                <a16:creationId xmlns:a16="http://schemas.microsoft.com/office/drawing/2014/main" id="{26B223D4-141A-4CF8-A0E8-2BDBE75FE81C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79425" y="1422302"/>
            <a:ext cx="6369154" cy="1144352"/>
          </a:xfrm>
        </p:spPr>
        <p:txBody>
          <a:bodyPr wrap="square" lIns="0" tIns="0" rIns="0" bIns="0">
            <a:noAutofit/>
          </a:bodyPr>
          <a:lstStyle>
            <a:lvl1pPr marL="0" indent="0" rtl="0">
              <a:lnSpc>
                <a:spcPct val="100000"/>
              </a:lnSpc>
              <a:buFontTx/>
              <a:buNone/>
              <a:defRPr sz="7200" b="1">
                <a:solidFill>
                  <a:schemeClr val="tx2"/>
                </a:solidFill>
              </a:defRPr>
            </a:lvl1pPr>
            <a:lvl2pPr marL="0" indent="0">
              <a:buFontTx/>
              <a:buNone/>
              <a:defRPr/>
            </a:lvl2pPr>
            <a:lvl3pPr marL="0" indent="0">
              <a:buFontTx/>
              <a:buNone/>
              <a:defRPr/>
            </a:lvl3pPr>
            <a:lvl4pPr marL="0" indent="0">
              <a:buFontTx/>
              <a:buNone/>
              <a:defRPr/>
            </a:lvl4pPr>
            <a:lvl5pPr marL="0" indent="0">
              <a:buFontTx/>
              <a:buNone/>
              <a:defRPr/>
            </a:lvl5pPr>
          </a:lstStyle>
          <a:p>
            <a:pPr lvl="0"/>
            <a:r>
              <a:rPr lang="de-DE" noProof="0" dirty="0"/>
              <a:t>A1</a:t>
            </a:r>
          </a:p>
        </p:txBody>
      </p:sp>
      <p:sp>
        <p:nvSpPr>
          <p:cNvPr id="7" name="Bildplatzhalter 6">
            <a:extLst>
              <a:ext uri="{FF2B5EF4-FFF2-40B4-BE49-F238E27FC236}">
                <a16:creationId xmlns:a16="http://schemas.microsoft.com/office/drawing/2014/main" id="{69518E7B-00FD-45A8-91EB-08EBB2BB7FA4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7343270" y="1"/>
            <a:ext cx="4848730" cy="6570481"/>
          </a:xfrm>
          <a:gradFill>
            <a:gsLst>
              <a:gs pos="1000">
                <a:schemeClr val="tx2"/>
              </a:gs>
              <a:gs pos="100000">
                <a:schemeClr val="tx2">
                  <a:lumMod val="5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>
            <a:lvl1pPr marL="0" indent="0" rtl="0">
              <a:lnSpc>
                <a:spcPct val="100000"/>
              </a:lnSpc>
              <a:buNone/>
              <a:defRPr lang="en-GB">
                <a:latin typeface="BMWGroupTN Condensed" pitchFamily="50" charset="0"/>
              </a:defRPr>
            </a:lvl1pPr>
          </a:lstStyle>
          <a:p>
            <a:pPr marL="0" lvl="0"/>
            <a:r>
              <a:rPr lang="de-DE" noProof="0" dirty="0"/>
              <a:t> </a:t>
            </a:r>
          </a:p>
        </p:txBody>
      </p:sp>
      <p:sp>
        <p:nvSpPr>
          <p:cNvPr id="2" name="Titel 1"/>
          <p:cNvSpPr>
            <a:spLocks noGrp="1"/>
          </p:cNvSpPr>
          <p:nvPr>
            <p:ph type="ctrTitle" hasCustomPrompt="1"/>
          </p:nvPr>
        </p:nvSpPr>
        <p:spPr>
          <a:xfrm>
            <a:off x="479808" y="2565951"/>
            <a:ext cx="6374130" cy="1846659"/>
          </a:xfrm>
          <a:noFill/>
        </p:spPr>
        <p:txBody>
          <a:bodyPr vert="horz" wrap="square" lIns="0" tIns="0" rIns="0" bIns="0" anchor="t" anchorCtr="0">
            <a:noAutofit/>
          </a:bodyPr>
          <a:lstStyle>
            <a:lvl1pPr algn="l" rtl="0">
              <a:lnSpc>
                <a:spcPct val="100000"/>
              </a:lnSpc>
              <a:spcAft>
                <a:spcPts val="0"/>
              </a:spcAft>
              <a:defRPr sz="4000" b="0" cap="all" baseline="0">
                <a:solidFill>
                  <a:schemeClr val="tx1"/>
                </a:solidFill>
              </a:defRPr>
            </a:lvl1pPr>
          </a:lstStyle>
          <a:p>
            <a:r>
              <a:rPr lang="de-DE" noProof="0" dirty="0" err="1"/>
              <a:t>Divider</a:t>
            </a:r>
            <a:r>
              <a:rPr lang="de-DE" noProof="0" dirty="0"/>
              <a:t>.</a:t>
            </a:r>
            <a:br>
              <a:rPr lang="de-DE" noProof="0" dirty="0"/>
            </a:br>
            <a:r>
              <a:rPr lang="de-DE" noProof="0" dirty="0" err="1"/>
              <a:t>Coloured</a:t>
            </a:r>
            <a:r>
              <a:rPr lang="de-DE" noProof="0" dirty="0"/>
              <a:t> Area </a:t>
            </a:r>
            <a:r>
              <a:rPr lang="de-DE" noProof="0" dirty="0" err="1"/>
              <a:t>or</a:t>
            </a:r>
            <a:r>
              <a:rPr lang="de-DE" noProof="0" dirty="0"/>
              <a:t> </a:t>
            </a:r>
            <a:br>
              <a:rPr lang="de-DE" noProof="0" dirty="0"/>
            </a:br>
            <a:r>
              <a:rPr lang="de-DE" noProof="0" dirty="0"/>
              <a:t>Picture on </a:t>
            </a:r>
            <a:r>
              <a:rPr lang="de-DE" noProof="0" dirty="0" err="1"/>
              <a:t>the</a:t>
            </a:r>
            <a:r>
              <a:rPr lang="de-DE" noProof="0" dirty="0"/>
              <a:t> </a:t>
            </a:r>
            <a:r>
              <a:rPr lang="de-DE" noProof="0" dirty="0" err="1"/>
              <a:t>right</a:t>
            </a:r>
            <a:r>
              <a:rPr lang="de-DE" noProof="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28134895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Grid |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kt 3" hidden="1">
            <a:extLst>
              <a:ext uri="{FF2B5EF4-FFF2-40B4-BE49-F238E27FC236}">
                <a16:creationId xmlns:a16="http://schemas.microsoft.com/office/drawing/2014/main" id="{DEE7053F-DB9B-44B2-AD0F-3AB1F6CB5717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26319388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344" imgH="344" progId="TCLayout.ActiveDocument.1">
                  <p:embed/>
                </p:oleObj>
              </mc:Choice>
              <mc:Fallback>
                <p:oleObj name="think-cell Folie" r:id="rId3" imgW="344" imgH="344" progId="TCLayout.ActiveDocument.1">
                  <p:embed/>
                  <p:pic>
                    <p:nvPicPr>
                      <p:cNvPr id="4" name="Objekt 3" hidden="1">
                        <a:extLst>
                          <a:ext uri="{FF2B5EF4-FFF2-40B4-BE49-F238E27FC236}">
                            <a16:creationId xmlns:a16="http://schemas.microsoft.com/office/drawing/2014/main" id="{DEE7053F-DB9B-44B2-AD0F-3AB1F6CB571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488947" y="347184"/>
            <a:ext cx="11224684" cy="400110"/>
          </a:xfrm>
        </p:spPr>
        <p:txBody>
          <a:bodyPr vert="horz"/>
          <a:lstStyle>
            <a:lvl1pPr rtl="0">
              <a:defRPr/>
            </a:lvl1pPr>
          </a:lstStyle>
          <a:p>
            <a:r>
              <a:rPr lang="de-DE" noProof="0" dirty="0"/>
              <a:t>Click </a:t>
            </a:r>
            <a:r>
              <a:rPr lang="de-DE" noProof="0" dirty="0" err="1"/>
              <a:t>to</a:t>
            </a:r>
            <a:r>
              <a:rPr lang="de-DE" noProof="0" dirty="0"/>
              <a:t> </a:t>
            </a:r>
            <a:r>
              <a:rPr lang="de-DE" noProof="0" dirty="0" err="1"/>
              <a:t>edit</a:t>
            </a:r>
            <a:r>
              <a:rPr lang="de-DE" noProof="0" dirty="0"/>
              <a:t> Action Title. 26pt. All Caps. </a:t>
            </a:r>
            <a:r>
              <a:rPr lang="de-DE" noProof="0" dirty="0" err="1"/>
              <a:t>Two</a:t>
            </a:r>
            <a:r>
              <a:rPr lang="de-DE" noProof="0" dirty="0"/>
              <a:t> </a:t>
            </a:r>
            <a:r>
              <a:rPr lang="de-DE" noProof="0" dirty="0" err="1"/>
              <a:t>lines</a:t>
            </a:r>
            <a:r>
              <a:rPr lang="de-DE" noProof="0" dirty="0"/>
              <a:t> maximum.</a:t>
            </a:r>
          </a:p>
        </p:txBody>
      </p:sp>
    </p:spTree>
    <p:extLst>
      <p:ext uri="{BB962C8B-B14F-4D97-AF65-F5344CB8AC3E}">
        <p14:creationId xmlns:p14="http://schemas.microsoft.com/office/powerpoint/2010/main" val="359530485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Grid |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kt 3" hidden="1">
            <a:extLst>
              <a:ext uri="{FF2B5EF4-FFF2-40B4-BE49-F238E27FC236}">
                <a16:creationId xmlns:a16="http://schemas.microsoft.com/office/drawing/2014/main" id="{C568A48D-FC8F-4A69-A7C6-8F5625DC62B3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09397813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344" imgH="344" progId="TCLayout.ActiveDocument.1">
                  <p:embed/>
                </p:oleObj>
              </mc:Choice>
              <mc:Fallback>
                <p:oleObj name="think-cell Folie" r:id="rId3" imgW="344" imgH="344" progId="TCLayout.ActiveDocument.1">
                  <p:embed/>
                  <p:pic>
                    <p:nvPicPr>
                      <p:cNvPr id="4" name="Objekt 3" hidden="1">
                        <a:extLst>
                          <a:ext uri="{FF2B5EF4-FFF2-40B4-BE49-F238E27FC236}">
                            <a16:creationId xmlns:a16="http://schemas.microsoft.com/office/drawing/2014/main" id="{C568A48D-FC8F-4A69-A7C6-8F5625DC62B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/>
        <p:txBody>
          <a:bodyPr vert="horz"/>
          <a:lstStyle>
            <a:lvl1pPr rtl="0">
              <a:defRPr/>
            </a:lvl1pPr>
          </a:lstStyle>
          <a:p>
            <a:r>
              <a:rPr lang="de-DE" noProof="0" dirty="0"/>
              <a:t>Click </a:t>
            </a:r>
            <a:r>
              <a:rPr lang="de-DE" noProof="0" dirty="0" err="1"/>
              <a:t>to</a:t>
            </a:r>
            <a:r>
              <a:rPr lang="de-DE" noProof="0" dirty="0"/>
              <a:t> </a:t>
            </a:r>
            <a:r>
              <a:rPr lang="de-DE" noProof="0" dirty="0" err="1"/>
              <a:t>edit</a:t>
            </a:r>
            <a:r>
              <a:rPr lang="de-DE" noProof="0" dirty="0"/>
              <a:t> Action Title. 26pt. All Caps. </a:t>
            </a:r>
            <a:r>
              <a:rPr lang="de-DE" noProof="0" dirty="0" err="1"/>
              <a:t>Two</a:t>
            </a:r>
            <a:r>
              <a:rPr lang="de-DE" noProof="0" dirty="0"/>
              <a:t> </a:t>
            </a:r>
            <a:r>
              <a:rPr lang="de-DE" noProof="0" dirty="0" err="1"/>
              <a:t>lines</a:t>
            </a:r>
            <a:r>
              <a:rPr lang="de-DE" noProof="0" dirty="0"/>
              <a:t> maximum.</a:t>
            </a:r>
          </a:p>
        </p:txBody>
      </p:sp>
    </p:spTree>
    <p:extLst>
      <p:ext uri="{BB962C8B-B14F-4D97-AF65-F5344CB8AC3E}">
        <p14:creationId xmlns:p14="http://schemas.microsoft.com/office/powerpoint/2010/main" val="266532365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1" pos="3704" userDrawn="1">
          <p15:clr>
            <a:srgbClr val="FBAE40"/>
          </p15:clr>
        </p15:guide>
        <p15:guide id="12" pos="3976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Grid |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kt 3" hidden="1">
            <a:extLst>
              <a:ext uri="{FF2B5EF4-FFF2-40B4-BE49-F238E27FC236}">
                <a16:creationId xmlns:a16="http://schemas.microsoft.com/office/drawing/2014/main" id="{45D995C9-90CA-4EE8-9DD8-83F67413969C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17980251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344" imgH="344" progId="TCLayout.ActiveDocument.1">
                  <p:embed/>
                </p:oleObj>
              </mc:Choice>
              <mc:Fallback>
                <p:oleObj name="think-cell Folie" r:id="rId3" imgW="344" imgH="344" progId="TCLayout.ActiveDocument.1">
                  <p:embed/>
                  <p:pic>
                    <p:nvPicPr>
                      <p:cNvPr id="4" name="Objekt 3" hidden="1">
                        <a:extLst>
                          <a:ext uri="{FF2B5EF4-FFF2-40B4-BE49-F238E27FC236}">
                            <a16:creationId xmlns:a16="http://schemas.microsoft.com/office/drawing/2014/main" id="{45D995C9-90CA-4EE8-9DD8-83F67413969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488947" y="347184"/>
            <a:ext cx="11223628" cy="400110"/>
          </a:xfrm>
        </p:spPr>
        <p:txBody>
          <a:bodyPr vert="horz"/>
          <a:lstStyle>
            <a:lvl1pPr rtl="0">
              <a:defRPr/>
            </a:lvl1pPr>
          </a:lstStyle>
          <a:p>
            <a:r>
              <a:rPr lang="de-DE" noProof="0" dirty="0"/>
              <a:t>Click </a:t>
            </a:r>
            <a:r>
              <a:rPr lang="de-DE" noProof="0" dirty="0" err="1"/>
              <a:t>to</a:t>
            </a:r>
            <a:r>
              <a:rPr lang="de-DE" noProof="0" dirty="0"/>
              <a:t> </a:t>
            </a:r>
            <a:r>
              <a:rPr lang="de-DE" noProof="0" dirty="0" err="1"/>
              <a:t>edit</a:t>
            </a:r>
            <a:r>
              <a:rPr lang="de-DE" noProof="0" dirty="0"/>
              <a:t> Action Title. 26pt. All Caps. </a:t>
            </a:r>
            <a:r>
              <a:rPr lang="de-DE" noProof="0" dirty="0" err="1"/>
              <a:t>Two</a:t>
            </a:r>
            <a:r>
              <a:rPr lang="de-DE" noProof="0" dirty="0"/>
              <a:t> </a:t>
            </a:r>
            <a:r>
              <a:rPr lang="de-DE" noProof="0" dirty="0" err="1"/>
              <a:t>lines</a:t>
            </a:r>
            <a:r>
              <a:rPr lang="de-DE" noProof="0" dirty="0"/>
              <a:t> maximum.</a:t>
            </a:r>
          </a:p>
        </p:txBody>
      </p:sp>
    </p:spTree>
    <p:extLst>
      <p:ext uri="{BB962C8B-B14F-4D97-AF65-F5344CB8AC3E}">
        <p14:creationId xmlns:p14="http://schemas.microsoft.com/office/powerpoint/2010/main" val="314166552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570">
          <p15:clr>
            <a:srgbClr val="FBAE40"/>
          </p15:clr>
        </p15:guide>
        <p15:guide id="2" pos="2712">
          <p15:clr>
            <a:srgbClr val="FBAE40"/>
          </p15:clr>
        </p15:guide>
        <p15:guide id="3" pos="5118">
          <p15:clr>
            <a:srgbClr val="FBAE40"/>
          </p15:clr>
        </p15:guide>
        <p15:guide id="4" pos="4974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Grid |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kt 3" hidden="1">
            <a:extLst>
              <a:ext uri="{FF2B5EF4-FFF2-40B4-BE49-F238E27FC236}">
                <a16:creationId xmlns:a16="http://schemas.microsoft.com/office/drawing/2014/main" id="{6A87CDE6-4D31-464C-B238-7EB6F6DBD01F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32681867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344" imgH="344" progId="TCLayout.ActiveDocument.1">
                  <p:embed/>
                </p:oleObj>
              </mc:Choice>
              <mc:Fallback>
                <p:oleObj name="think-cell Folie" r:id="rId3" imgW="344" imgH="344" progId="TCLayout.ActiveDocument.1">
                  <p:embed/>
                  <p:pic>
                    <p:nvPicPr>
                      <p:cNvPr id="4" name="Objekt 3" hidden="1">
                        <a:extLst>
                          <a:ext uri="{FF2B5EF4-FFF2-40B4-BE49-F238E27FC236}">
                            <a16:creationId xmlns:a16="http://schemas.microsoft.com/office/drawing/2014/main" id="{6A87CDE6-4D31-464C-B238-7EB6F6DBD01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488947" y="347184"/>
            <a:ext cx="11224684" cy="400110"/>
          </a:xfrm>
        </p:spPr>
        <p:txBody>
          <a:bodyPr vert="horz"/>
          <a:lstStyle>
            <a:lvl1pPr rtl="0">
              <a:lnSpc>
                <a:spcPct val="100000"/>
              </a:lnSpc>
              <a:spcAft>
                <a:spcPts val="600"/>
              </a:spcAft>
              <a:defRPr/>
            </a:lvl1pPr>
          </a:lstStyle>
          <a:p>
            <a:r>
              <a:rPr lang="de-DE" noProof="0" dirty="0"/>
              <a:t>Click </a:t>
            </a:r>
            <a:r>
              <a:rPr lang="de-DE" noProof="0" dirty="0" err="1"/>
              <a:t>to</a:t>
            </a:r>
            <a:r>
              <a:rPr lang="de-DE" noProof="0" dirty="0"/>
              <a:t> </a:t>
            </a:r>
            <a:r>
              <a:rPr lang="de-DE" noProof="0" dirty="0" err="1"/>
              <a:t>edit</a:t>
            </a:r>
            <a:r>
              <a:rPr lang="de-DE" noProof="0" dirty="0"/>
              <a:t> Action Title. 26pt. All Caps. </a:t>
            </a:r>
            <a:r>
              <a:rPr lang="de-DE" noProof="0" dirty="0" err="1"/>
              <a:t>Two</a:t>
            </a:r>
            <a:r>
              <a:rPr lang="de-DE" noProof="0" dirty="0"/>
              <a:t> </a:t>
            </a:r>
            <a:r>
              <a:rPr lang="de-DE" noProof="0" dirty="0" err="1"/>
              <a:t>lines</a:t>
            </a:r>
            <a:r>
              <a:rPr lang="de-DE" noProof="0" dirty="0"/>
              <a:t> maximum.</a:t>
            </a:r>
          </a:p>
        </p:txBody>
      </p:sp>
    </p:spTree>
    <p:extLst>
      <p:ext uri="{BB962C8B-B14F-4D97-AF65-F5344CB8AC3E}">
        <p14:creationId xmlns:p14="http://schemas.microsoft.com/office/powerpoint/2010/main" val="136688586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968">
          <p15:clr>
            <a:srgbClr val="FBAE40"/>
          </p15:clr>
        </p15:guide>
        <p15:guide id="2" pos="2111">
          <p15:clr>
            <a:srgbClr val="FBAE40"/>
          </p15:clr>
        </p15:guide>
        <p15:guide id="3" pos="3771">
          <p15:clr>
            <a:srgbClr val="FBAE40"/>
          </p15:clr>
        </p15:guide>
        <p15:guide id="4" pos="3915">
          <p15:clr>
            <a:srgbClr val="FBAE40"/>
          </p15:clr>
        </p15:guide>
        <p15:guide id="5" pos="5576">
          <p15:clr>
            <a:srgbClr val="FBAE40"/>
          </p15:clr>
        </p15:guide>
        <p15:guide id="6" pos="5720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Grid | 2x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kt 3" hidden="1">
            <a:extLst>
              <a:ext uri="{FF2B5EF4-FFF2-40B4-BE49-F238E27FC236}">
                <a16:creationId xmlns:a16="http://schemas.microsoft.com/office/drawing/2014/main" id="{05645238-9DEC-4A72-9BA1-F517092FAE02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22123228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344" imgH="344" progId="TCLayout.ActiveDocument.1">
                  <p:embed/>
                </p:oleObj>
              </mc:Choice>
              <mc:Fallback>
                <p:oleObj name="think-cell Folie" r:id="rId3" imgW="344" imgH="344" progId="TCLayout.ActiveDocument.1">
                  <p:embed/>
                  <p:pic>
                    <p:nvPicPr>
                      <p:cNvPr id="4" name="Objekt 3" hidden="1">
                        <a:extLst>
                          <a:ext uri="{FF2B5EF4-FFF2-40B4-BE49-F238E27FC236}">
                            <a16:creationId xmlns:a16="http://schemas.microsoft.com/office/drawing/2014/main" id="{05645238-9DEC-4A72-9BA1-F517092FAE0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/>
        <p:txBody>
          <a:bodyPr vert="horz"/>
          <a:lstStyle>
            <a:lvl1pPr rtl="0">
              <a:defRPr/>
            </a:lvl1pPr>
          </a:lstStyle>
          <a:p>
            <a:r>
              <a:rPr lang="de-DE" noProof="0" dirty="0"/>
              <a:t>Click </a:t>
            </a:r>
            <a:r>
              <a:rPr lang="de-DE" noProof="0" dirty="0" err="1"/>
              <a:t>to</a:t>
            </a:r>
            <a:r>
              <a:rPr lang="de-DE" noProof="0" dirty="0"/>
              <a:t> </a:t>
            </a:r>
            <a:r>
              <a:rPr lang="de-DE" noProof="0" dirty="0" err="1"/>
              <a:t>edit</a:t>
            </a:r>
            <a:r>
              <a:rPr lang="de-DE" noProof="0" dirty="0"/>
              <a:t> Action Title. 26pt. All Caps. </a:t>
            </a:r>
            <a:r>
              <a:rPr lang="de-DE" noProof="0" dirty="0" err="1"/>
              <a:t>Two</a:t>
            </a:r>
            <a:r>
              <a:rPr lang="de-DE" noProof="0" dirty="0"/>
              <a:t> </a:t>
            </a:r>
            <a:r>
              <a:rPr lang="de-DE" noProof="0" dirty="0" err="1"/>
              <a:t>lines</a:t>
            </a:r>
            <a:r>
              <a:rPr lang="de-DE" noProof="0" dirty="0"/>
              <a:t> maximum.</a:t>
            </a:r>
          </a:p>
        </p:txBody>
      </p:sp>
    </p:spTree>
    <p:extLst>
      <p:ext uri="{BB962C8B-B14F-4D97-AF65-F5344CB8AC3E}">
        <p14:creationId xmlns:p14="http://schemas.microsoft.com/office/powerpoint/2010/main" val="268930637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4" pos="3704" userDrawn="1">
          <p15:clr>
            <a:srgbClr val="FBAE40"/>
          </p15:clr>
        </p15:guide>
        <p15:guide id="15" pos="3976" userDrawn="1">
          <p15:clr>
            <a:srgbClr val="FBAE40"/>
          </p15:clr>
        </p15:guide>
        <p15:guide id="16" orient="horz" pos="2500" userDrawn="1">
          <p15:clr>
            <a:srgbClr val="FBAE40"/>
          </p15:clr>
        </p15:guide>
        <p15:guide id="17" orient="horz" pos="2364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|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kt 3" hidden="1">
            <a:extLst>
              <a:ext uri="{FF2B5EF4-FFF2-40B4-BE49-F238E27FC236}">
                <a16:creationId xmlns:a16="http://schemas.microsoft.com/office/drawing/2014/main" id="{D1CCC0F5-E43D-4616-B7C4-E058ADB680BD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85872884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344" imgH="344" progId="TCLayout.ActiveDocument.1">
                  <p:embed/>
                </p:oleObj>
              </mc:Choice>
              <mc:Fallback>
                <p:oleObj name="think-cell Folie" r:id="rId3" imgW="344" imgH="344" progId="TCLayout.ActiveDocument.1">
                  <p:embed/>
                  <p:pic>
                    <p:nvPicPr>
                      <p:cNvPr id="4" name="Objekt 3" hidden="1">
                        <a:extLst>
                          <a:ext uri="{FF2B5EF4-FFF2-40B4-BE49-F238E27FC236}">
                            <a16:creationId xmlns:a16="http://schemas.microsoft.com/office/drawing/2014/main" id="{D1CCC0F5-E43D-4616-B7C4-E058ADB680B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" name="Inhaltsplatzhalter 1">
            <a:extLst>
              <a:ext uri="{FF2B5EF4-FFF2-40B4-BE49-F238E27FC236}">
                <a16:creationId xmlns:a16="http://schemas.microsoft.com/office/drawing/2014/main" id="{D9028297-F8A3-40B3-AA36-477ABB38F3E8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488947" y="1413933"/>
            <a:ext cx="11224684" cy="4894792"/>
          </a:xfrm>
        </p:spPr>
        <p:txBody>
          <a:bodyPr/>
          <a:lstStyle>
            <a:lvl1pPr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/>
            </a:lvl1pPr>
            <a:lvl2pPr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/>
            </a:lvl2pPr>
            <a:lvl3pPr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/>
            </a:lvl3pPr>
            <a:lvl4pPr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/>
            </a:lvl4pPr>
            <a:lvl5pPr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/>
            </a:lvl5pPr>
          </a:lstStyle>
          <a:p>
            <a:pPr lvl="0"/>
            <a:r>
              <a:rPr lang="de-DE" noProof="0" dirty="0"/>
              <a:t>Click </a:t>
            </a:r>
            <a:r>
              <a:rPr lang="de-DE" noProof="0" dirty="0" err="1"/>
              <a:t>to</a:t>
            </a:r>
            <a:r>
              <a:rPr lang="de-DE" noProof="0" dirty="0"/>
              <a:t> </a:t>
            </a:r>
            <a:r>
              <a:rPr lang="de-DE" noProof="0" dirty="0" err="1"/>
              <a:t>edit</a:t>
            </a:r>
            <a:r>
              <a:rPr lang="de-DE" noProof="0" dirty="0"/>
              <a:t> </a:t>
            </a:r>
            <a:r>
              <a:rPr lang="de-DE" noProof="0" dirty="0" err="1"/>
              <a:t>text</a:t>
            </a:r>
            <a:r>
              <a:rPr lang="de-DE" noProof="0" dirty="0"/>
              <a:t>. </a:t>
            </a:r>
            <a:r>
              <a:rPr lang="de-DE" noProof="0" dirty="0" err="1"/>
              <a:t>To</a:t>
            </a:r>
            <a:r>
              <a:rPr lang="de-DE" noProof="0" dirty="0"/>
              <a:t> </a:t>
            </a:r>
            <a:r>
              <a:rPr lang="de-DE" noProof="0" dirty="0" err="1"/>
              <a:t>insert</a:t>
            </a:r>
            <a:r>
              <a:rPr lang="de-DE" noProof="0" dirty="0"/>
              <a:t> </a:t>
            </a:r>
            <a:r>
              <a:rPr lang="de-DE" noProof="0" dirty="0" err="1"/>
              <a:t>content</a:t>
            </a:r>
            <a:r>
              <a:rPr lang="de-DE" noProof="0" dirty="0"/>
              <a:t> like a </a:t>
            </a:r>
            <a:r>
              <a:rPr lang="de-DE" noProof="0" dirty="0" err="1"/>
              <a:t>table</a:t>
            </a:r>
            <a:r>
              <a:rPr lang="de-DE" noProof="0" dirty="0"/>
              <a:t> </a:t>
            </a:r>
            <a:r>
              <a:rPr lang="de-DE" noProof="0" dirty="0" err="1"/>
              <a:t>or</a:t>
            </a:r>
            <a:r>
              <a:rPr lang="de-DE" noProof="0" dirty="0"/>
              <a:t> </a:t>
            </a:r>
            <a:r>
              <a:rPr lang="de-DE" noProof="0" dirty="0" err="1"/>
              <a:t>diagram</a:t>
            </a:r>
            <a:r>
              <a:rPr lang="de-DE" noProof="0" dirty="0"/>
              <a:t> just </a:t>
            </a:r>
            <a:r>
              <a:rPr lang="de-DE" noProof="0" dirty="0" err="1"/>
              <a:t>click</a:t>
            </a:r>
            <a:r>
              <a:rPr lang="de-DE" noProof="0" dirty="0"/>
              <a:t> </a:t>
            </a:r>
            <a:r>
              <a:rPr lang="de-DE" noProof="0" dirty="0" err="1"/>
              <a:t>the</a:t>
            </a:r>
            <a:r>
              <a:rPr lang="de-DE" noProof="0" dirty="0"/>
              <a:t> </a:t>
            </a:r>
            <a:r>
              <a:rPr lang="de-DE" noProof="0" dirty="0" err="1"/>
              <a:t>icon</a:t>
            </a:r>
            <a:r>
              <a:rPr lang="de-DE" noProof="0" dirty="0"/>
              <a:t> in </a:t>
            </a:r>
            <a:r>
              <a:rPr lang="de-DE" noProof="0" dirty="0" err="1"/>
              <a:t>the</a:t>
            </a:r>
            <a:r>
              <a:rPr lang="de-DE" noProof="0" dirty="0"/>
              <a:t> </a:t>
            </a:r>
            <a:r>
              <a:rPr lang="de-DE" noProof="0" dirty="0" err="1"/>
              <a:t>middle</a:t>
            </a:r>
            <a:r>
              <a:rPr lang="de-DE" noProof="0" dirty="0"/>
              <a:t> </a:t>
            </a:r>
            <a:r>
              <a:rPr lang="de-DE" noProof="0" dirty="0" err="1"/>
              <a:t>of</a:t>
            </a:r>
            <a:r>
              <a:rPr lang="de-DE" noProof="0" dirty="0"/>
              <a:t> </a:t>
            </a:r>
            <a:r>
              <a:rPr lang="de-DE" noProof="0" dirty="0" err="1"/>
              <a:t>the</a:t>
            </a:r>
            <a:r>
              <a:rPr lang="de-DE" noProof="0" dirty="0"/>
              <a:t> </a:t>
            </a:r>
            <a:r>
              <a:rPr lang="de-DE" noProof="0" dirty="0" err="1"/>
              <a:t>placeholder</a:t>
            </a:r>
            <a:r>
              <a:rPr lang="de-DE" noProof="0" dirty="0"/>
              <a:t>.</a:t>
            </a:r>
          </a:p>
          <a:p>
            <a:pPr lvl="1"/>
            <a:r>
              <a:rPr lang="de-DE" noProof="0" dirty="0"/>
              <a:t>Second </a:t>
            </a:r>
            <a:r>
              <a:rPr lang="de-DE" noProof="0" dirty="0" err="1"/>
              <a:t>level</a:t>
            </a:r>
            <a:endParaRPr lang="de-DE" noProof="0" dirty="0"/>
          </a:p>
          <a:p>
            <a:pPr lvl="2"/>
            <a:r>
              <a:rPr lang="de-DE" noProof="0" dirty="0"/>
              <a:t>Third </a:t>
            </a:r>
            <a:r>
              <a:rPr lang="de-DE" noProof="0" dirty="0" err="1"/>
              <a:t>level</a:t>
            </a:r>
            <a:endParaRPr lang="de-DE" noProof="0" dirty="0"/>
          </a:p>
          <a:p>
            <a:pPr lvl="3"/>
            <a:r>
              <a:rPr lang="de-DE" noProof="0" dirty="0"/>
              <a:t>Forth </a:t>
            </a:r>
            <a:r>
              <a:rPr lang="de-DE" noProof="0" dirty="0" err="1"/>
              <a:t>level</a:t>
            </a:r>
            <a:endParaRPr lang="de-DE" noProof="0" dirty="0"/>
          </a:p>
          <a:p>
            <a:pPr lvl="4"/>
            <a:r>
              <a:rPr lang="de-DE" noProof="0" dirty="0" err="1"/>
              <a:t>Fifth</a:t>
            </a:r>
            <a:r>
              <a:rPr lang="de-DE" noProof="0" dirty="0"/>
              <a:t> </a:t>
            </a:r>
            <a:r>
              <a:rPr lang="de-DE" noProof="0" dirty="0" err="1"/>
              <a:t>level</a:t>
            </a:r>
            <a:endParaRPr lang="de-DE" noProof="0" dirty="0"/>
          </a:p>
        </p:txBody>
      </p:sp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488947" y="347184"/>
            <a:ext cx="11224684" cy="400110"/>
          </a:xfrm>
        </p:spPr>
        <p:txBody>
          <a:bodyPr vert="horz"/>
          <a:lstStyle>
            <a:lvl1pPr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cap="all" baseline="0"/>
            </a:lvl1pPr>
          </a:lstStyle>
          <a:p>
            <a:r>
              <a:rPr lang="de-DE" noProof="0" dirty="0"/>
              <a:t>Click </a:t>
            </a:r>
            <a:r>
              <a:rPr lang="de-DE" noProof="0" dirty="0" err="1"/>
              <a:t>to</a:t>
            </a:r>
            <a:r>
              <a:rPr lang="de-DE" noProof="0" dirty="0"/>
              <a:t> </a:t>
            </a:r>
            <a:r>
              <a:rPr lang="de-DE" noProof="0" dirty="0" err="1"/>
              <a:t>edit</a:t>
            </a:r>
            <a:r>
              <a:rPr lang="de-DE" noProof="0" dirty="0"/>
              <a:t> Action Title. 26pt. All Caps. </a:t>
            </a:r>
            <a:r>
              <a:rPr lang="de-DE" noProof="0" dirty="0" err="1"/>
              <a:t>Two</a:t>
            </a:r>
            <a:r>
              <a:rPr lang="de-DE" noProof="0" dirty="0"/>
              <a:t> </a:t>
            </a:r>
            <a:r>
              <a:rPr lang="de-DE" noProof="0" dirty="0" err="1"/>
              <a:t>lines</a:t>
            </a:r>
            <a:r>
              <a:rPr lang="de-DE" noProof="0" dirty="0"/>
              <a:t> maximum.</a:t>
            </a:r>
          </a:p>
        </p:txBody>
      </p:sp>
    </p:spTree>
    <p:extLst>
      <p:ext uri="{BB962C8B-B14F-4D97-AF65-F5344CB8AC3E}">
        <p14:creationId xmlns:p14="http://schemas.microsoft.com/office/powerpoint/2010/main" val="156805292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|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kt 3" hidden="1">
            <a:extLst>
              <a:ext uri="{FF2B5EF4-FFF2-40B4-BE49-F238E27FC236}">
                <a16:creationId xmlns:a16="http://schemas.microsoft.com/office/drawing/2014/main" id="{9873D050-8C41-4684-9B1D-81971AB52E6D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43656263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344" imgH="344" progId="TCLayout.ActiveDocument.1">
                  <p:embed/>
                </p:oleObj>
              </mc:Choice>
              <mc:Fallback>
                <p:oleObj name="think-cell Folie" r:id="rId3" imgW="344" imgH="344" progId="TCLayout.ActiveDocument.1">
                  <p:embed/>
                  <p:pic>
                    <p:nvPicPr>
                      <p:cNvPr id="4" name="Objekt 3" hidden="1">
                        <a:extLst>
                          <a:ext uri="{FF2B5EF4-FFF2-40B4-BE49-F238E27FC236}">
                            <a16:creationId xmlns:a16="http://schemas.microsoft.com/office/drawing/2014/main" id="{9873D050-8C41-4684-9B1D-81971AB52E6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4" name="Inhaltsplatzhalter 2">
            <a:extLst>
              <a:ext uri="{FF2B5EF4-FFF2-40B4-BE49-F238E27FC236}">
                <a16:creationId xmlns:a16="http://schemas.microsoft.com/office/drawing/2014/main" id="{BA9CD6AC-9C73-4D8F-9F5C-1CF35772BD39}"/>
              </a:ext>
            </a:extLst>
          </p:cNvPr>
          <p:cNvSpPr>
            <a:spLocks noGrp="1"/>
          </p:cNvSpPr>
          <p:nvPr>
            <p:ph sz="quarter" idx="19" hasCustomPrompt="1"/>
          </p:nvPr>
        </p:nvSpPr>
        <p:spPr>
          <a:xfrm>
            <a:off x="6317288" y="1413933"/>
            <a:ext cx="5396342" cy="4894792"/>
          </a:xfrm>
        </p:spPr>
        <p:txBody>
          <a:bodyPr/>
          <a:lstStyle>
            <a:lvl1pPr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/>
            </a:lvl1pPr>
            <a:lvl2pPr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/>
            </a:lvl2pPr>
            <a:lvl3pPr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/>
            </a:lvl3pPr>
            <a:lvl4pPr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/>
            </a:lvl4pPr>
            <a:lvl5pPr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/>
            </a:lvl5pPr>
          </a:lstStyle>
          <a:p>
            <a:pPr lvl="0"/>
            <a:r>
              <a:rPr lang="de-DE" noProof="0" dirty="0"/>
              <a:t>Click </a:t>
            </a:r>
            <a:r>
              <a:rPr lang="de-DE" noProof="0" dirty="0" err="1"/>
              <a:t>to</a:t>
            </a:r>
            <a:r>
              <a:rPr lang="de-DE" noProof="0" dirty="0"/>
              <a:t> </a:t>
            </a:r>
            <a:r>
              <a:rPr lang="de-DE" noProof="0" dirty="0" err="1"/>
              <a:t>edit</a:t>
            </a:r>
            <a:r>
              <a:rPr lang="de-DE" noProof="0" dirty="0"/>
              <a:t> </a:t>
            </a:r>
            <a:r>
              <a:rPr lang="de-DE" noProof="0" dirty="0" err="1"/>
              <a:t>text</a:t>
            </a:r>
            <a:r>
              <a:rPr lang="de-DE" noProof="0" dirty="0"/>
              <a:t>. </a:t>
            </a:r>
            <a:r>
              <a:rPr lang="de-DE" noProof="0" dirty="0" err="1"/>
              <a:t>To</a:t>
            </a:r>
            <a:r>
              <a:rPr lang="de-DE" noProof="0" dirty="0"/>
              <a:t> </a:t>
            </a:r>
            <a:r>
              <a:rPr lang="de-DE" noProof="0" dirty="0" err="1"/>
              <a:t>insert</a:t>
            </a:r>
            <a:r>
              <a:rPr lang="de-DE" noProof="0" dirty="0"/>
              <a:t> </a:t>
            </a:r>
            <a:r>
              <a:rPr lang="de-DE" noProof="0" dirty="0" err="1"/>
              <a:t>content</a:t>
            </a:r>
            <a:r>
              <a:rPr lang="de-DE" noProof="0" dirty="0"/>
              <a:t> like a </a:t>
            </a:r>
            <a:r>
              <a:rPr lang="de-DE" noProof="0" dirty="0" err="1"/>
              <a:t>table</a:t>
            </a:r>
            <a:r>
              <a:rPr lang="de-DE" noProof="0" dirty="0"/>
              <a:t> </a:t>
            </a:r>
            <a:r>
              <a:rPr lang="de-DE" noProof="0" dirty="0" err="1"/>
              <a:t>or</a:t>
            </a:r>
            <a:r>
              <a:rPr lang="de-DE" noProof="0" dirty="0"/>
              <a:t> </a:t>
            </a:r>
            <a:r>
              <a:rPr lang="de-DE" noProof="0" dirty="0" err="1"/>
              <a:t>diagram</a:t>
            </a:r>
            <a:r>
              <a:rPr lang="de-DE" noProof="0" dirty="0"/>
              <a:t> just </a:t>
            </a:r>
            <a:r>
              <a:rPr lang="de-DE" noProof="0" dirty="0" err="1"/>
              <a:t>click</a:t>
            </a:r>
            <a:r>
              <a:rPr lang="de-DE" noProof="0" dirty="0"/>
              <a:t> </a:t>
            </a:r>
            <a:r>
              <a:rPr lang="de-DE" noProof="0" dirty="0" err="1"/>
              <a:t>the</a:t>
            </a:r>
            <a:r>
              <a:rPr lang="de-DE" noProof="0" dirty="0"/>
              <a:t> </a:t>
            </a:r>
            <a:r>
              <a:rPr lang="de-DE" noProof="0" dirty="0" err="1"/>
              <a:t>icon</a:t>
            </a:r>
            <a:r>
              <a:rPr lang="de-DE" noProof="0" dirty="0"/>
              <a:t> in </a:t>
            </a:r>
            <a:r>
              <a:rPr lang="de-DE" noProof="0" dirty="0" err="1"/>
              <a:t>the</a:t>
            </a:r>
            <a:r>
              <a:rPr lang="de-DE" noProof="0" dirty="0"/>
              <a:t> </a:t>
            </a:r>
            <a:r>
              <a:rPr lang="de-DE" noProof="0" dirty="0" err="1"/>
              <a:t>middle</a:t>
            </a:r>
            <a:r>
              <a:rPr lang="de-DE" noProof="0" dirty="0"/>
              <a:t> </a:t>
            </a:r>
            <a:r>
              <a:rPr lang="de-DE" noProof="0" dirty="0" err="1"/>
              <a:t>of</a:t>
            </a:r>
            <a:r>
              <a:rPr lang="de-DE" noProof="0" dirty="0"/>
              <a:t> </a:t>
            </a:r>
            <a:r>
              <a:rPr lang="de-DE" noProof="0" dirty="0" err="1"/>
              <a:t>the</a:t>
            </a:r>
            <a:r>
              <a:rPr lang="de-DE" noProof="0" dirty="0"/>
              <a:t> </a:t>
            </a:r>
            <a:r>
              <a:rPr lang="de-DE" noProof="0" dirty="0" err="1"/>
              <a:t>placeholder</a:t>
            </a:r>
            <a:r>
              <a:rPr lang="de-DE" noProof="0" dirty="0"/>
              <a:t>.</a:t>
            </a:r>
          </a:p>
          <a:p>
            <a:pPr lvl="1"/>
            <a:r>
              <a:rPr lang="de-DE" noProof="0" dirty="0"/>
              <a:t>Second </a:t>
            </a:r>
            <a:r>
              <a:rPr lang="de-DE" noProof="0" dirty="0" err="1"/>
              <a:t>level</a:t>
            </a:r>
            <a:endParaRPr lang="de-DE" noProof="0" dirty="0"/>
          </a:p>
          <a:p>
            <a:pPr lvl="2"/>
            <a:r>
              <a:rPr lang="de-DE" noProof="0" dirty="0"/>
              <a:t>Third </a:t>
            </a:r>
            <a:r>
              <a:rPr lang="de-DE" noProof="0" dirty="0" err="1"/>
              <a:t>level</a:t>
            </a:r>
            <a:endParaRPr lang="de-DE" noProof="0" dirty="0"/>
          </a:p>
          <a:p>
            <a:pPr lvl="3"/>
            <a:r>
              <a:rPr lang="de-DE" noProof="0" dirty="0"/>
              <a:t>Forth </a:t>
            </a:r>
            <a:r>
              <a:rPr lang="de-DE" noProof="0" dirty="0" err="1"/>
              <a:t>level</a:t>
            </a:r>
            <a:endParaRPr lang="de-DE" noProof="0" dirty="0"/>
          </a:p>
          <a:p>
            <a:pPr lvl="4"/>
            <a:r>
              <a:rPr lang="de-DE" noProof="0" dirty="0" err="1"/>
              <a:t>Fifth</a:t>
            </a:r>
            <a:r>
              <a:rPr lang="de-DE" noProof="0" dirty="0"/>
              <a:t> </a:t>
            </a:r>
            <a:r>
              <a:rPr lang="de-DE" noProof="0" dirty="0" err="1"/>
              <a:t>level</a:t>
            </a:r>
            <a:endParaRPr lang="de-DE" noProof="0" dirty="0"/>
          </a:p>
          <a:p>
            <a:pPr lvl="4"/>
            <a:endParaRPr lang="de-DE" noProof="0" dirty="0"/>
          </a:p>
        </p:txBody>
      </p:sp>
      <p:sp>
        <p:nvSpPr>
          <p:cNvPr id="22" name="Inhaltsplatzhalter 1">
            <a:extLst>
              <a:ext uri="{FF2B5EF4-FFF2-40B4-BE49-F238E27FC236}">
                <a16:creationId xmlns:a16="http://schemas.microsoft.com/office/drawing/2014/main" id="{4EA6A0CB-E01D-4647-9CEB-66AA9684281A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488946" y="1413933"/>
            <a:ext cx="5396342" cy="4894792"/>
          </a:xfrm>
        </p:spPr>
        <p:txBody>
          <a:bodyPr/>
          <a:lstStyle>
            <a:lvl1pPr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/>
            </a:lvl1pPr>
            <a:lvl2pPr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/>
            </a:lvl2pPr>
            <a:lvl3pPr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/>
            </a:lvl3pPr>
            <a:lvl4pPr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/>
            </a:lvl4pPr>
            <a:lvl5pPr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/>
            </a:lvl5pPr>
          </a:lstStyle>
          <a:p>
            <a:pPr lvl="0"/>
            <a:r>
              <a:rPr lang="de-DE" noProof="0" dirty="0"/>
              <a:t>Click </a:t>
            </a:r>
            <a:r>
              <a:rPr lang="de-DE" noProof="0" dirty="0" err="1"/>
              <a:t>to</a:t>
            </a:r>
            <a:r>
              <a:rPr lang="de-DE" noProof="0" dirty="0"/>
              <a:t> </a:t>
            </a:r>
            <a:r>
              <a:rPr lang="de-DE" noProof="0" dirty="0" err="1"/>
              <a:t>edit</a:t>
            </a:r>
            <a:r>
              <a:rPr lang="de-DE" noProof="0" dirty="0"/>
              <a:t> </a:t>
            </a:r>
            <a:r>
              <a:rPr lang="de-DE" noProof="0" dirty="0" err="1"/>
              <a:t>text</a:t>
            </a:r>
            <a:r>
              <a:rPr lang="de-DE" noProof="0" dirty="0"/>
              <a:t>. </a:t>
            </a:r>
            <a:r>
              <a:rPr lang="de-DE" noProof="0" dirty="0" err="1"/>
              <a:t>To</a:t>
            </a:r>
            <a:r>
              <a:rPr lang="de-DE" noProof="0" dirty="0"/>
              <a:t> </a:t>
            </a:r>
            <a:r>
              <a:rPr lang="de-DE" noProof="0" dirty="0" err="1"/>
              <a:t>insert</a:t>
            </a:r>
            <a:r>
              <a:rPr lang="de-DE" noProof="0" dirty="0"/>
              <a:t> </a:t>
            </a:r>
            <a:r>
              <a:rPr lang="de-DE" noProof="0" dirty="0" err="1"/>
              <a:t>content</a:t>
            </a:r>
            <a:r>
              <a:rPr lang="de-DE" noProof="0" dirty="0"/>
              <a:t> like a </a:t>
            </a:r>
            <a:r>
              <a:rPr lang="de-DE" noProof="0" dirty="0" err="1"/>
              <a:t>table</a:t>
            </a:r>
            <a:r>
              <a:rPr lang="de-DE" noProof="0" dirty="0"/>
              <a:t> </a:t>
            </a:r>
            <a:r>
              <a:rPr lang="de-DE" noProof="0" dirty="0" err="1"/>
              <a:t>or</a:t>
            </a:r>
            <a:r>
              <a:rPr lang="de-DE" noProof="0" dirty="0"/>
              <a:t> </a:t>
            </a:r>
            <a:r>
              <a:rPr lang="de-DE" noProof="0" dirty="0" err="1"/>
              <a:t>diagram</a:t>
            </a:r>
            <a:r>
              <a:rPr lang="de-DE" noProof="0" dirty="0"/>
              <a:t> just </a:t>
            </a:r>
            <a:r>
              <a:rPr lang="de-DE" noProof="0" dirty="0" err="1"/>
              <a:t>click</a:t>
            </a:r>
            <a:r>
              <a:rPr lang="de-DE" noProof="0" dirty="0"/>
              <a:t> </a:t>
            </a:r>
            <a:r>
              <a:rPr lang="de-DE" noProof="0" dirty="0" err="1"/>
              <a:t>the</a:t>
            </a:r>
            <a:r>
              <a:rPr lang="de-DE" noProof="0" dirty="0"/>
              <a:t> </a:t>
            </a:r>
            <a:r>
              <a:rPr lang="de-DE" noProof="0" dirty="0" err="1"/>
              <a:t>icon</a:t>
            </a:r>
            <a:r>
              <a:rPr lang="de-DE" noProof="0" dirty="0"/>
              <a:t> in </a:t>
            </a:r>
            <a:r>
              <a:rPr lang="de-DE" noProof="0" dirty="0" err="1"/>
              <a:t>the</a:t>
            </a:r>
            <a:r>
              <a:rPr lang="de-DE" noProof="0" dirty="0"/>
              <a:t> </a:t>
            </a:r>
            <a:r>
              <a:rPr lang="de-DE" noProof="0" dirty="0" err="1"/>
              <a:t>middle</a:t>
            </a:r>
            <a:r>
              <a:rPr lang="de-DE" noProof="0" dirty="0"/>
              <a:t> </a:t>
            </a:r>
            <a:r>
              <a:rPr lang="de-DE" noProof="0" dirty="0" err="1"/>
              <a:t>of</a:t>
            </a:r>
            <a:r>
              <a:rPr lang="de-DE" noProof="0" dirty="0"/>
              <a:t> </a:t>
            </a:r>
            <a:r>
              <a:rPr lang="de-DE" noProof="0" dirty="0" err="1"/>
              <a:t>the</a:t>
            </a:r>
            <a:r>
              <a:rPr lang="de-DE" noProof="0" dirty="0"/>
              <a:t> </a:t>
            </a:r>
            <a:r>
              <a:rPr lang="de-DE" noProof="0" dirty="0" err="1"/>
              <a:t>placeholder</a:t>
            </a:r>
            <a:r>
              <a:rPr lang="de-DE" noProof="0" dirty="0"/>
              <a:t>.</a:t>
            </a:r>
          </a:p>
          <a:p>
            <a:pPr lvl="1"/>
            <a:r>
              <a:rPr lang="de-DE" noProof="0" dirty="0"/>
              <a:t>Second </a:t>
            </a:r>
            <a:r>
              <a:rPr lang="de-DE" noProof="0" dirty="0" err="1"/>
              <a:t>level</a:t>
            </a:r>
            <a:endParaRPr lang="de-DE" noProof="0" dirty="0"/>
          </a:p>
          <a:p>
            <a:pPr lvl="2"/>
            <a:r>
              <a:rPr lang="de-DE" noProof="0" dirty="0"/>
              <a:t>Third </a:t>
            </a:r>
            <a:r>
              <a:rPr lang="de-DE" noProof="0" dirty="0" err="1"/>
              <a:t>level</a:t>
            </a:r>
            <a:endParaRPr lang="de-DE" noProof="0" dirty="0"/>
          </a:p>
          <a:p>
            <a:pPr lvl="3"/>
            <a:r>
              <a:rPr lang="de-DE" noProof="0" dirty="0"/>
              <a:t>Forth </a:t>
            </a:r>
            <a:r>
              <a:rPr lang="de-DE" noProof="0" dirty="0" err="1"/>
              <a:t>level</a:t>
            </a:r>
            <a:endParaRPr lang="de-DE" noProof="0" dirty="0"/>
          </a:p>
          <a:p>
            <a:pPr lvl="4"/>
            <a:r>
              <a:rPr lang="de-DE" noProof="0" dirty="0" err="1"/>
              <a:t>Fifth</a:t>
            </a:r>
            <a:r>
              <a:rPr lang="de-DE" noProof="0" dirty="0"/>
              <a:t> </a:t>
            </a:r>
            <a:r>
              <a:rPr lang="de-DE" noProof="0" dirty="0" err="1"/>
              <a:t>level</a:t>
            </a:r>
            <a:endParaRPr lang="de-DE" noProof="0" dirty="0"/>
          </a:p>
          <a:p>
            <a:pPr lvl="4"/>
            <a:endParaRPr lang="de-DE" noProof="0" dirty="0"/>
          </a:p>
        </p:txBody>
      </p:sp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488947" y="347184"/>
            <a:ext cx="11224684" cy="400110"/>
          </a:xfrm>
        </p:spPr>
        <p:txBody>
          <a:bodyPr vert="horz"/>
          <a:lstStyle>
            <a:lvl1pPr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/>
            </a:lvl1pPr>
          </a:lstStyle>
          <a:p>
            <a:r>
              <a:rPr lang="de-DE" noProof="0" dirty="0"/>
              <a:t>Click </a:t>
            </a:r>
            <a:r>
              <a:rPr lang="de-DE" noProof="0" dirty="0" err="1"/>
              <a:t>to</a:t>
            </a:r>
            <a:r>
              <a:rPr lang="de-DE" noProof="0" dirty="0"/>
              <a:t> </a:t>
            </a:r>
            <a:r>
              <a:rPr lang="de-DE" noProof="0" dirty="0" err="1"/>
              <a:t>edit</a:t>
            </a:r>
            <a:r>
              <a:rPr lang="de-DE" noProof="0" dirty="0"/>
              <a:t> Action Title. 26pt. All Caps. </a:t>
            </a:r>
            <a:r>
              <a:rPr lang="de-DE" noProof="0" dirty="0" err="1"/>
              <a:t>Two</a:t>
            </a:r>
            <a:r>
              <a:rPr lang="de-DE" noProof="0" dirty="0"/>
              <a:t> </a:t>
            </a:r>
            <a:r>
              <a:rPr lang="de-DE" noProof="0" dirty="0" err="1"/>
              <a:t>lines</a:t>
            </a:r>
            <a:r>
              <a:rPr lang="de-DE" noProof="0" dirty="0"/>
              <a:t> maximum.</a:t>
            </a:r>
          </a:p>
        </p:txBody>
      </p:sp>
    </p:spTree>
    <p:extLst>
      <p:ext uri="{BB962C8B-B14F-4D97-AF65-F5344CB8AC3E}">
        <p14:creationId xmlns:p14="http://schemas.microsoft.com/office/powerpoint/2010/main" val="318809908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pos="3711" userDrawn="1">
          <p15:clr>
            <a:srgbClr val="FBAE40"/>
          </p15:clr>
        </p15:guide>
        <p15:guide id="6" pos="3976" userDrawn="1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|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kt 3" hidden="1">
            <a:extLst>
              <a:ext uri="{FF2B5EF4-FFF2-40B4-BE49-F238E27FC236}">
                <a16:creationId xmlns:a16="http://schemas.microsoft.com/office/drawing/2014/main" id="{F7C54160-9C46-4866-882D-50B5C096B17C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86661270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344" imgH="344" progId="TCLayout.ActiveDocument.1">
                  <p:embed/>
                </p:oleObj>
              </mc:Choice>
              <mc:Fallback>
                <p:oleObj name="think-cell Folie" r:id="rId3" imgW="344" imgH="344" progId="TCLayout.ActiveDocument.1">
                  <p:embed/>
                  <p:pic>
                    <p:nvPicPr>
                      <p:cNvPr id="4" name="Objekt 3" hidden="1">
                        <a:extLst>
                          <a:ext uri="{FF2B5EF4-FFF2-40B4-BE49-F238E27FC236}">
                            <a16:creationId xmlns:a16="http://schemas.microsoft.com/office/drawing/2014/main" id="{F7C54160-9C46-4866-882D-50B5C096B17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0" name="Inhaltsplatzhalter 3">
            <a:extLst>
              <a:ext uri="{FF2B5EF4-FFF2-40B4-BE49-F238E27FC236}">
                <a16:creationId xmlns:a16="http://schemas.microsoft.com/office/drawing/2014/main" id="{3988BB4E-F1CA-4BC0-993D-C218662BA852}"/>
              </a:ext>
            </a:extLst>
          </p:cNvPr>
          <p:cNvSpPr>
            <a:spLocks noGrp="1"/>
          </p:cNvSpPr>
          <p:nvPr>
            <p:ph sz="quarter" idx="21" hasCustomPrompt="1"/>
          </p:nvPr>
        </p:nvSpPr>
        <p:spPr>
          <a:xfrm>
            <a:off x="8116069" y="1413933"/>
            <a:ext cx="3597561" cy="4894792"/>
          </a:xfrm>
        </p:spPr>
        <p:txBody>
          <a:bodyPr/>
          <a:lstStyle>
            <a:lvl1pPr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/>
            </a:lvl1pPr>
            <a:lvl2pPr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/>
            </a:lvl2pPr>
            <a:lvl3pPr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/>
            </a:lvl3pPr>
            <a:lvl4pPr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/>
            </a:lvl4pPr>
            <a:lvl5pPr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/>
            </a:lvl5pPr>
          </a:lstStyle>
          <a:p>
            <a:pPr lvl="0"/>
            <a:r>
              <a:rPr lang="de-DE" noProof="0" dirty="0"/>
              <a:t>Click </a:t>
            </a:r>
            <a:r>
              <a:rPr lang="de-DE" noProof="0" dirty="0" err="1"/>
              <a:t>to</a:t>
            </a:r>
            <a:r>
              <a:rPr lang="de-DE" noProof="0" dirty="0"/>
              <a:t> </a:t>
            </a:r>
            <a:r>
              <a:rPr lang="de-DE" noProof="0" dirty="0" err="1"/>
              <a:t>edit</a:t>
            </a:r>
            <a:r>
              <a:rPr lang="de-DE" noProof="0" dirty="0"/>
              <a:t> </a:t>
            </a:r>
            <a:r>
              <a:rPr lang="de-DE" noProof="0" dirty="0" err="1"/>
              <a:t>text</a:t>
            </a:r>
            <a:r>
              <a:rPr lang="de-DE" noProof="0" dirty="0"/>
              <a:t>. </a:t>
            </a:r>
            <a:r>
              <a:rPr lang="de-DE" noProof="0" dirty="0" err="1"/>
              <a:t>To</a:t>
            </a:r>
            <a:r>
              <a:rPr lang="de-DE" noProof="0" dirty="0"/>
              <a:t> </a:t>
            </a:r>
            <a:r>
              <a:rPr lang="de-DE" noProof="0" dirty="0" err="1"/>
              <a:t>insert</a:t>
            </a:r>
            <a:r>
              <a:rPr lang="de-DE" noProof="0" dirty="0"/>
              <a:t> </a:t>
            </a:r>
            <a:r>
              <a:rPr lang="de-DE" noProof="0" dirty="0" err="1"/>
              <a:t>content</a:t>
            </a:r>
            <a:r>
              <a:rPr lang="de-DE" noProof="0" dirty="0"/>
              <a:t> like a </a:t>
            </a:r>
            <a:r>
              <a:rPr lang="de-DE" noProof="0" dirty="0" err="1"/>
              <a:t>table</a:t>
            </a:r>
            <a:r>
              <a:rPr lang="de-DE" noProof="0" dirty="0"/>
              <a:t> </a:t>
            </a:r>
            <a:r>
              <a:rPr lang="de-DE" noProof="0" dirty="0" err="1"/>
              <a:t>or</a:t>
            </a:r>
            <a:r>
              <a:rPr lang="de-DE" noProof="0" dirty="0"/>
              <a:t> </a:t>
            </a:r>
            <a:r>
              <a:rPr lang="de-DE" noProof="0" dirty="0" err="1"/>
              <a:t>diagram</a:t>
            </a:r>
            <a:r>
              <a:rPr lang="de-DE" noProof="0" dirty="0"/>
              <a:t> just </a:t>
            </a:r>
            <a:r>
              <a:rPr lang="de-DE" noProof="0" dirty="0" err="1"/>
              <a:t>click</a:t>
            </a:r>
            <a:r>
              <a:rPr lang="de-DE" noProof="0" dirty="0"/>
              <a:t> </a:t>
            </a:r>
            <a:r>
              <a:rPr lang="de-DE" noProof="0" dirty="0" err="1"/>
              <a:t>the</a:t>
            </a:r>
            <a:r>
              <a:rPr lang="de-DE" noProof="0" dirty="0"/>
              <a:t> </a:t>
            </a:r>
            <a:r>
              <a:rPr lang="de-DE" noProof="0" dirty="0" err="1"/>
              <a:t>icon</a:t>
            </a:r>
            <a:r>
              <a:rPr lang="de-DE" noProof="0" dirty="0"/>
              <a:t> in </a:t>
            </a:r>
            <a:r>
              <a:rPr lang="de-DE" noProof="0" dirty="0" err="1"/>
              <a:t>the</a:t>
            </a:r>
            <a:r>
              <a:rPr lang="de-DE" noProof="0" dirty="0"/>
              <a:t> </a:t>
            </a:r>
            <a:r>
              <a:rPr lang="de-DE" noProof="0" dirty="0" err="1"/>
              <a:t>middle</a:t>
            </a:r>
            <a:r>
              <a:rPr lang="de-DE" noProof="0" dirty="0"/>
              <a:t> </a:t>
            </a:r>
            <a:r>
              <a:rPr lang="de-DE" noProof="0" dirty="0" err="1"/>
              <a:t>of</a:t>
            </a:r>
            <a:r>
              <a:rPr lang="de-DE" noProof="0" dirty="0"/>
              <a:t> </a:t>
            </a:r>
            <a:r>
              <a:rPr lang="de-DE" noProof="0" dirty="0" err="1"/>
              <a:t>the</a:t>
            </a:r>
            <a:r>
              <a:rPr lang="de-DE" noProof="0" dirty="0"/>
              <a:t> </a:t>
            </a:r>
            <a:r>
              <a:rPr lang="de-DE" noProof="0" dirty="0" err="1"/>
              <a:t>placeholder</a:t>
            </a:r>
            <a:r>
              <a:rPr lang="de-DE" noProof="0" dirty="0"/>
              <a:t>.</a:t>
            </a:r>
          </a:p>
          <a:p>
            <a:pPr lvl="1"/>
            <a:r>
              <a:rPr lang="de-DE" noProof="0" dirty="0"/>
              <a:t>Second </a:t>
            </a:r>
            <a:r>
              <a:rPr lang="de-DE" noProof="0" dirty="0" err="1"/>
              <a:t>level</a:t>
            </a:r>
            <a:endParaRPr lang="de-DE" noProof="0" dirty="0"/>
          </a:p>
          <a:p>
            <a:pPr lvl="2"/>
            <a:r>
              <a:rPr lang="de-DE" noProof="0" dirty="0"/>
              <a:t>Third </a:t>
            </a:r>
            <a:r>
              <a:rPr lang="de-DE" noProof="0" dirty="0" err="1"/>
              <a:t>level</a:t>
            </a:r>
            <a:endParaRPr lang="de-DE" noProof="0" dirty="0"/>
          </a:p>
          <a:p>
            <a:pPr lvl="3"/>
            <a:r>
              <a:rPr lang="de-DE" noProof="0" dirty="0"/>
              <a:t>Forth </a:t>
            </a:r>
            <a:r>
              <a:rPr lang="de-DE" noProof="0" dirty="0" err="1"/>
              <a:t>level</a:t>
            </a:r>
            <a:endParaRPr lang="de-DE" noProof="0" dirty="0"/>
          </a:p>
          <a:p>
            <a:pPr lvl="4"/>
            <a:r>
              <a:rPr lang="de-DE" noProof="0" dirty="0" err="1"/>
              <a:t>Fifth</a:t>
            </a:r>
            <a:r>
              <a:rPr lang="de-DE" noProof="0" dirty="0"/>
              <a:t> </a:t>
            </a:r>
            <a:r>
              <a:rPr lang="de-DE" noProof="0" dirty="0" err="1"/>
              <a:t>level</a:t>
            </a:r>
            <a:endParaRPr lang="de-DE" noProof="0" dirty="0"/>
          </a:p>
          <a:p>
            <a:pPr lvl="4"/>
            <a:endParaRPr lang="de-DE" noProof="0" dirty="0"/>
          </a:p>
        </p:txBody>
      </p:sp>
      <p:sp>
        <p:nvSpPr>
          <p:cNvPr id="28" name="Inhaltsplatzhalter 2">
            <a:extLst>
              <a:ext uri="{FF2B5EF4-FFF2-40B4-BE49-F238E27FC236}">
                <a16:creationId xmlns:a16="http://schemas.microsoft.com/office/drawing/2014/main" id="{0D7FB171-0CB4-4740-8625-DD15BF1FF8DA}"/>
              </a:ext>
            </a:extLst>
          </p:cNvPr>
          <p:cNvSpPr>
            <a:spLocks noGrp="1"/>
          </p:cNvSpPr>
          <p:nvPr>
            <p:ph sz="quarter" idx="19" hasCustomPrompt="1"/>
          </p:nvPr>
        </p:nvSpPr>
        <p:spPr>
          <a:xfrm>
            <a:off x="4302508" y="1413933"/>
            <a:ext cx="3597561" cy="4894792"/>
          </a:xfrm>
        </p:spPr>
        <p:txBody>
          <a:bodyPr/>
          <a:lstStyle>
            <a:lvl1pPr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/>
            </a:lvl1pPr>
            <a:lvl2pPr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/>
            </a:lvl2pPr>
            <a:lvl3pPr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/>
            </a:lvl3pPr>
            <a:lvl4pPr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/>
            </a:lvl4pPr>
            <a:lvl5pPr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/>
            </a:lvl5pPr>
          </a:lstStyle>
          <a:p>
            <a:pPr lvl="0"/>
            <a:r>
              <a:rPr lang="de-DE" noProof="0" dirty="0"/>
              <a:t>Click </a:t>
            </a:r>
            <a:r>
              <a:rPr lang="de-DE" noProof="0" dirty="0" err="1"/>
              <a:t>to</a:t>
            </a:r>
            <a:r>
              <a:rPr lang="de-DE" noProof="0" dirty="0"/>
              <a:t> </a:t>
            </a:r>
            <a:r>
              <a:rPr lang="de-DE" noProof="0" dirty="0" err="1"/>
              <a:t>edit</a:t>
            </a:r>
            <a:r>
              <a:rPr lang="de-DE" noProof="0" dirty="0"/>
              <a:t> </a:t>
            </a:r>
            <a:r>
              <a:rPr lang="de-DE" noProof="0" dirty="0" err="1"/>
              <a:t>text</a:t>
            </a:r>
            <a:r>
              <a:rPr lang="de-DE" noProof="0" dirty="0"/>
              <a:t>. </a:t>
            </a:r>
            <a:r>
              <a:rPr lang="de-DE" noProof="0" dirty="0" err="1"/>
              <a:t>To</a:t>
            </a:r>
            <a:r>
              <a:rPr lang="de-DE" noProof="0" dirty="0"/>
              <a:t> </a:t>
            </a:r>
            <a:r>
              <a:rPr lang="de-DE" noProof="0" dirty="0" err="1"/>
              <a:t>insert</a:t>
            </a:r>
            <a:r>
              <a:rPr lang="de-DE" noProof="0" dirty="0"/>
              <a:t> </a:t>
            </a:r>
            <a:r>
              <a:rPr lang="de-DE" noProof="0" dirty="0" err="1"/>
              <a:t>content</a:t>
            </a:r>
            <a:r>
              <a:rPr lang="de-DE" noProof="0" dirty="0"/>
              <a:t> like a </a:t>
            </a:r>
            <a:r>
              <a:rPr lang="de-DE" noProof="0" dirty="0" err="1"/>
              <a:t>table</a:t>
            </a:r>
            <a:r>
              <a:rPr lang="de-DE" noProof="0" dirty="0"/>
              <a:t> </a:t>
            </a:r>
            <a:r>
              <a:rPr lang="de-DE" noProof="0" dirty="0" err="1"/>
              <a:t>or</a:t>
            </a:r>
            <a:r>
              <a:rPr lang="de-DE" noProof="0" dirty="0"/>
              <a:t> </a:t>
            </a:r>
            <a:r>
              <a:rPr lang="de-DE" noProof="0" dirty="0" err="1"/>
              <a:t>diagram</a:t>
            </a:r>
            <a:r>
              <a:rPr lang="de-DE" noProof="0" dirty="0"/>
              <a:t> just </a:t>
            </a:r>
            <a:r>
              <a:rPr lang="de-DE" noProof="0" dirty="0" err="1"/>
              <a:t>click</a:t>
            </a:r>
            <a:r>
              <a:rPr lang="de-DE" noProof="0" dirty="0"/>
              <a:t> </a:t>
            </a:r>
            <a:r>
              <a:rPr lang="de-DE" noProof="0" dirty="0" err="1"/>
              <a:t>the</a:t>
            </a:r>
            <a:r>
              <a:rPr lang="de-DE" noProof="0" dirty="0"/>
              <a:t> </a:t>
            </a:r>
            <a:r>
              <a:rPr lang="de-DE" noProof="0" dirty="0" err="1"/>
              <a:t>icon</a:t>
            </a:r>
            <a:r>
              <a:rPr lang="de-DE" noProof="0" dirty="0"/>
              <a:t> in </a:t>
            </a:r>
            <a:r>
              <a:rPr lang="de-DE" noProof="0" dirty="0" err="1"/>
              <a:t>the</a:t>
            </a:r>
            <a:r>
              <a:rPr lang="de-DE" noProof="0" dirty="0"/>
              <a:t> </a:t>
            </a:r>
            <a:r>
              <a:rPr lang="de-DE" noProof="0" dirty="0" err="1"/>
              <a:t>middle</a:t>
            </a:r>
            <a:r>
              <a:rPr lang="de-DE" noProof="0" dirty="0"/>
              <a:t> </a:t>
            </a:r>
            <a:r>
              <a:rPr lang="de-DE" noProof="0" dirty="0" err="1"/>
              <a:t>of</a:t>
            </a:r>
            <a:r>
              <a:rPr lang="de-DE" noProof="0" dirty="0"/>
              <a:t> </a:t>
            </a:r>
            <a:r>
              <a:rPr lang="de-DE" noProof="0" dirty="0" err="1"/>
              <a:t>the</a:t>
            </a:r>
            <a:r>
              <a:rPr lang="de-DE" noProof="0" dirty="0"/>
              <a:t> </a:t>
            </a:r>
            <a:r>
              <a:rPr lang="de-DE" noProof="0" dirty="0" err="1"/>
              <a:t>placeholder</a:t>
            </a:r>
            <a:r>
              <a:rPr lang="de-DE" noProof="0" dirty="0"/>
              <a:t>.</a:t>
            </a:r>
          </a:p>
          <a:p>
            <a:pPr lvl="1"/>
            <a:r>
              <a:rPr lang="de-DE" noProof="0" dirty="0"/>
              <a:t>Second </a:t>
            </a:r>
            <a:r>
              <a:rPr lang="de-DE" noProof="0" dirty="0" err="1"/>
              <a:t>level</a:t>
            </a:r>
            <a:endParaRPr lang="de-DE" noProof="0" dirty="0"/>
          </a:p>
          <a:p>
            <a:pPr lvl="2"/>
            <a:r>
              <a:rPr lang="de-DE" noProof="0" dirty="0"/>
              <a:t>Third </a:t>
            </a:r>
            <a:r>
              <a:rPr lang="de-DE" noProof="0" dirty="0" err="1"/>
              <a:t>level</a:t>
            </a:r>
            <a:endParaRPr lang="de-DE" noProof="0" dirty="0"/>
          </a:p>
          <a:p>
            <a:pPr lvl="3"/>
            <a:r>
              <a:rPr lang="de-DE" noProof="0" dirty="0"/>
              <a:t>Forth </a:t>
            </a:r>
            <a:r>
              <a:rPr lang="de-DE" noProof="0" dirty="0" err="1"/>
              <a:t>level</a:t>
            </a:r>
            <a:endParaRPr lang="de-DE" noProof="0" dirty="0"/>
          </a:p>
          <a:p>
            <a:pPr lvl="4"/>
            <a:r>
              <a:rPr lang="de-DE" noProof="0" dirty="0" err="1"/>
              <a:t>Fifth</a:t>
            </a:r>
            <a:r>
              <a:rPr lang="de-DE" noProof="0" dirty="0"/>
              <a:t> </a:t>
            </a:r>
            <a:r>
              <a:rPr lang="de-DE" noProof="0" dirty="0" err="1"/>
              <a:t>level</a:t>
            </a:r>
            <a:endParaRPr lang="de-DE" noProof="0" dirty="0"/>
          </a:p>
          <a:p>
            <a:pPr lvl="4"/>
            <a:endParaRPr lang="de-DE" noProof="0" dirty="0"/>
          </a:p>
        </p:txBody>
      </p:sp>
      <p:sp>
        <p:nvSpPr>
          <p:cNvPr id="26" name="Inhaltsplatzhalter 1">
            <a:extLst>
              <a:ext uri="{FF2B5EF4-FFF2-40B4-BE49-F238E27FC236}">
                <a16:creationId xmlns:a16="http://schemas.microsoft.com/office/drawing/2014/main" id="{51462A60-9CA1-461B-A29A-E91D63B6095E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488947" y="1413933"/>
            <a:ext cx="3597561" cy="4894792"/>
          </a:xfrm>
        </p:spPr>
        <p:txBody>
          <a:bodyPr/>
          <a:lstStyle>
            <a:lvl1pPr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/>
            </a:lvl1pPr>
            <a:lvl2pPr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/>
            </a:lvl2pPr>
            <a:lvl3pPr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/>
            </a:lvl3pPr>
            <a:lvl4pPr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/>
            </a:lvl4pPr>
            <a:lvl5pPr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/>
            </a:lvl5pPr>
          </a:lstStyle>
          <a:p>
            <a:pPr lvl="0"/>
            <a:r>
              <a:rPr lang="de-DE" noProof="0" dirty="0"/>
              <a:t>Click </a:t>
            </a:r>
            <a:r>
              <a:rPr lang="de-DE" noProof="0" dirty="0" err="1"/>
              <a:t>to</a:t>
            </a:r>
            <a:r>
              <a:rPr lang="de-DE" noProof="0" dirty="0"/>
              <a:t> </a:t>
            </a:r>
            <a:r>
              <a:rPr lang="de-DE" noProof="0" dirty="0" err="1"/>
              <a:t>edit</a:t>
            </a:r>
            <a:r>
              <a:rPr lang="de-DE" noProof="0" dirty="0"/>
              <a:t> </a:t>
            </a:r>
            <a:r>
              <a:rPr lang="de-DE" noProof="0" dirty="0" err="1"/>
              <a:t>text</a:t>
            </a:r>
            <a:r>
              <a:rPr lang="de-DE" noProof="0" dirty="0"/>
              <a:t>. </a:t>
            </a:r>
            <a:r>
              <a:rPr lang="de-DE" noProof="0" dirty="0" err="1"/>
              <a:t>To</a:t>
            </a:r>
            <a:r>
              <a:rPr lang="de-DE" noProof="0" dirty="0"/>
              <a:t> </a:t>
            </a:r>
            <a:r>
              <a:rPr lang="de-DE" noProof="0" dirty="0" err="1"/>
              <a:t>insert</a:t>
            </a:r>
            <a:r>
              <a:rPr lang="de-DE" noProof="0" dirty="0"/>
              <a:t> </a:t>
            </a:r>
            <a:r>
              <a:rPr lang="de-DE" noProof="0" dirty="0" err="1"/>
              <a:t>content</a:t>
            </a:r>
            <a:r>
              <a:rPr lang="de-DE" noProof="0" dirty="0"/>
              <a:t> like a </a:t>
            </a:r>
            <a:r>
              <a:rPr lang="de-DE" noProof="0" dirty="0" err="1"/>
              <a:t>table</a:t>
            </a:r>
            <a:r>
              <a:rPr lang="de-DE" noProof="0" dirty="0"/>
              <a:t> </a:t>
            </a:r>
            <a:r>
              <a:rPr lang="de-DE" noProof="0" dirty="0" err="1"/>
              <a:t>or</a:t>
            </a:r>
            <a:r>
              <a:rPr lang="de-DE" noProof="0" dirty="0"/>
              <a:t> </a:t>
            </a:r>
            <a:r>
              <a:rPr lang="de-DE" noProof="0" dirty="0" err="1"/>
              <a:t>diagram</a:t>
            </a:r>
            <a:r>
              <a:rPr lang="de-DE" noProof="0" dirty="0"/>
              <a:t> just </a:t>
            </a:r>
            <a:r>
              <a:rPr lang="de-DE" noProof="0" dirty="0" err="1"/>
              <a:t>click</a:t>
            </a:r>
            <a:r>
              <a:rPr lang="de-DE" noProof="0" dirty="0"/>
              <a:t> </a:t>
            </a:r>
            <a:r>
              <a:rPr lang="de-DE" noProof="0" dirty="0" err="1"/>
              <a:t>the</a:t>
            </a:r>
            <a:r>
              <a:rPr lang="de-DE" noProof="0" dirty="0"/>
              <a:t> </a:t>
            </a:r>
            <a:r>
              <a:rPr lang="de-DE" noProof="0" dirty="0" err="1"/>
              <a:t>icon</a:t>
            </a:r>
            <a:r>
              <a:rPr lang="de-DE" noProof="0" dirty="0"/>
              <a:t> in </a:t>
            </a:r>
            <a:r>
              <a:rPr lang="de-DE" noProof="0" dirty="0" err="1"/>
              <a:t>the</a:t>
            </a:r>
            <a:r>
              <a:rPr lang="de-DE" noProof="0" dirty="0"/>
              <a:t> </a:t>
            </a:r>
            <a:r>
              <a:rPr lang="de-DE" noProof="0" dirty="0" err="1"/>
              <a:t>middle</a:t>
            </a:r>
            <a:r>
              <a:rPr lang="de-DE" noProof="0" dirty="0"/>
              <a:t> </a:t>
            </a:r>
            <a:r>
              <a:rPr lang="de-DE" noProof="0" dirty="0" err="1"/>
              <a:t>of</a:t>
            </a:r>
            <a:r>
              <a:rPr lang="de-DE" noProof="0" dirty="0"/>
              <a:t> </a:t>
            </a:r>
            <a:r>
              <a:rPr lang="de-DE" noProof="0" dirty="0" err="1"/>
              <a:t>the</a:t>
            </a:r>
            <a:r>
              <a:rPr lang="de-DE" noProof="0" dirty="0"/>
              <a:t> </a:t>
            </a:r>
            <a:r>
              <a:rPr lang="de-DE" noProof="0" dirty="0" err="1"/>
              <a:t>placeholder</a:t>
            </a:r>
            <a:r>
              <a:rPr lang="de-DE" noProof="0" dirty="0"/>
              <a:t>.</a:t>
            </a:r>
          </a:p>
          <a:p>
            <a:pPr lvl="1"/>
            <a:r>
              <a:rPr lang="de-DE" noProof="0" dirty="0"/>
              <a:t>Second </a:t>
            </a:r>
            <a:r>
              <a:rPr lang="de-DE" noProof="0" dirty="0" err="1"/>
              <a:t>level</a:t>
            </a:r>
            <a:endParaRPr lang="de-DE" noProof="0" dirty="0"/>
          </a:p>
          <a:p>
            <a:pPr lvl="2"/>
            <a:r>
              <a:rPr lang="de-DE" noProof="0" dirty="0"/>
              <a:t>Third </a:t>
            </a:r>
            <a:r>
              <a:rPr lang="de-DE" noProof="0" dirty="0" err="1"/>
              <a:t>level</a:t>
            </a:r>
            <a:endParaRPr lang="de-DE" noProof="0" dirty="0"/>
          </a:p>
          <a:p>
            <a:pPr lvl="3"/>
            <a:r>
              <a:rPr lang="de-DE" noProof="0" dirty="0"/>
              <a:t>Forth </a:t>
            </a:r>
            <a:r>
              <a:rPr lang="de-DE" noProof="0" dirty="0" err="1"/>
              <a:t>level</a:t>
            </a:r>
            <a:endParaRPr lang="de-DE" noProof="0" dirty="0"/>
          </a:p>
          <a:p>
            <a:pPr lvl="4"/>
            <a:r>
              <a:rPr lang="de-DE" noProof="0" dirty="0" err="1"/>
              <a:t>Fifth</a:t>
            </a:r>
            <a:r>
              <a:rPr lang="de-DE" noProof="0" dirty="0"/>
              <a:t> </a:t>
            </a:r>
            <a:r>
              <a:rPr lang="de-DE" noProof="0" dirty="0" err="1"/>
              <a:t>level</a:t>
            </a:r>
            <a:endParaRPr lang="de-DE" noProof="0" dirty="0"/>
          </a:p>
          <a:p>
            <a:pPr lvl="4"/>
            <a:endParaRPr lang="de-DE" noProof="0" dirty="0"/>
          </a:p>
        </p:txBody>
      </p:sp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488947" y="347184"/>
            <a:ext cx="11224684" cy="400110"/>
          </a:xfrm>
        </p:spPr>
        <p:txBody>
          <a:bodyPr vert="horz"/>
          <a:lstStyle>
            <a:lvl1pPr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/>
            </a:lvl1pPr>
          </a:lstStyle>
          <a:p>
            <a:r>
              <a:rPr lang="de-DE" noProof="0" dirty="0"/>
              <a:t>Click </a:t>
            </a:r>
            <a:r>
              <a:rPr lang="de-DE" noProof="0" dirty="0" err="1"/>
              <a:t>to</a:t>
            </a:r>
            <a:r>
              <a:rPr lang="de-DE" noProof="0" dirty="0"/>
              <a:t> </a:t>
            </a:r>
            <a:r>
              <a:rPr lang="de-DE" noProof="0" dirty="0" err="1"/>
              <a:t>edit</a:t>
            </a:r>
            <a:r>
              <a:rPr lang="de-DE" noProof="0" dirty="0"/>
              <a:t> Action Title. 26pt. All Caps. </a:t>
            </a:r>
            <a:r>
              <a:rPr lang="de-DE" noProof="0" dirty="0" err="1"/>
              <a:t>Two</a:t>
            </a:r>
            <a:r>
              <a:rPr lang="de-DE" noProof="0" dirty="0"/>
              <a:t> </a:t>
            </a:r>
            <a:r>
              <a:rPr lang="de-DE" noProof="0" dirty="0" err="1"/>
              <a:t>lines</a:t>
            </a:r>
            <a:r>
              <a:rPr lang="de-DE" noProof="0" dirty="0"/>
              <a:t> maximum.</a:t>
            </a:r>
          </a:p>
        </p:txBody>
      </p:sp>
    </p:spTree>
    <p:extLst>
      <p:ext uri="{BB962C8B-B14F-4D97-AF65-F5344CB8AC3E}">
        <p14:creationId xmlns:p14="http://schemas.microsoft.com/office/powerpoint/2010/main" val="366050602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577" userDrawn="1">
          <p15:clr>
            <a:srgbClr val="FBAE40"/>
          </p15:clr>
        </p15:guide>
        <p15:guide id="4" pos="4978" userDrawn="1">
          <p15:clr>
            <a:srgbClr val="FBAE40"/>
          </p15:clr>
        </p15:guide>
        <p15:guide id="5" pos="2710" userDrawn="1">
          <p15:clr>
            <a:srgbClr val="FBAE40"/>
          </p15:clr>
        </p15:guide>
        <p15:guide id="6" pos="5111" userDrawn="1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|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kt 3" hidden="1">
            <a:extLst>
              <a:ext uri="{FF2B5EF4-FFF2-40B4-BE49-F238E27FC236}">
                <a16:creationId xmlns:a16="http://schemas.microsoft.com/office/drawing/2014/main" id="{2562CC6E-EDA2-4F9E-A09B-A2E54AB188C9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67910173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344" imgH="344" progId="TCLayout.ActiveDocument.1">
                  <p:embed/>
                </p:oleObj>
              </mc:Choice>
              <mc:Fallback>
                <p:oleObj name="think-cell Folie" r:id="rId3" imgW="344" imgH="344" progId="TCLayout.ActiveDocument.1">
                  <p:embed/>
                  <p:pic>
                    <p:nvPicPr>
                      <p:cNvPr id="4" name="Objekt 3" hidden="1">
                        <a:extLst>
                          <a:ext uri="{FF2B5EF4-FFF2-40B4-BE49-F238E27FC236}">
                            <a16:creationId xmlns:a16="http://schemas.microsoft.com/office/drawing/2014/main" id="{2562CC6E-EDA2-4F9E-A09B-A2E54AB188C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4" name="Inhaltsplatzhalter 4">
            <a:extLst>
              <a:ext uri="{FF2B5EF4-FFF2-40B4-BE49-F238E27FC236}">
                <a16:creationId xmlns:a16="http://schemas.microsoft.com/office/drawing/2014/main" id="{8BA2F5EE-5EBD-4514-8AF6-B05EC345392F}"/>
              </a:ext>
            </a:extLst>
          </p:cNvPr>
          <p:cNvSpPr>
            <a:spLocks noGrp="1"/>
          </p:cNvSpPr>
          <p:nvPr>
            <p:ph sz="quarter" idx="23" hasCustomPrompt="1"/>
          </p:nvPr>
        </p:nvSpPr>
        <p:spPr>
          <a:xfrm>
            <a:off x="9069460" y="1413933"/>
            <a:ext cx="2644171" cy="4894792"/>
          </a:xfrm>
        </p:spPr>
        <p:txBody>
          <a:bodyPr/>
          <a:lstStyle>
            <a:lvl1pPr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/>
            </a:lvl1pPr>
            <a:lvl2pPr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/>
            </a:lvl2pPr>
            <a:lvl3pPr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/>
            </a:lvl3pPr>
            <a:lvl4pPr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/>
            </a:lvl4pPr>
            <a:lvl5pPr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/>
            </a:lvl5pPr>
          </a:lstStyle>
          <a:p>
            <a:pPr lvl="0"/>
            <a:r>
              <a:rPr lang="de-DE" noProof="0" dirty="0"/>
              <a:t>Click </a:t>
            </a:r>
            <a:r>
              <a:rPr lang="de-DE" noProof="0" dirty="0" err="1"/>
              <a:t>to</a:t>
            </a:r>
            <a:r>
              <a:rPr lang="de-DE" noProof="0" dirty="0"/>
              <a:t> </a:t>
            </a:r>
            <a:r>
              <a:rPr lang="de-DE" noProof="0" dirty="0" err="1"/>
              <a:t>edit</a:t>
            </a:r>
            <a:r>
              <a:rPr lang="de-DE" noProof="0" dirty="0"/>
              <a:t> </a:t>
            </a:r>
            <a:r>
              <a:rPr lang="de-DE" noProof="0" dirty="0" err="1"/>
              <a:t>text</a:t>
            </a:r>
            <a:r>
              <a:rPr lang="de-DE" noProof="0" dirty="0"/>
              <a:t>. </a:t>
            </a:r>
            <a:r>
              <a:rPr lang="de-DE" noProof="0" dirty="0" err="1"/>
              <a:t>To</a:t>
            </a:r>
            <a:r>
              <a:rPr lang="de-DE" noProof="0" dirty="0"/>
              <a:t> </a:t>
            </a:r>
            <a:r>
              <a:rPr lang="de-DE" noProof="0" dirty="0" err="1"/>
              <a:t>insert</a:t>
            </a:r>
            <a:r>
              <a:rPr lang="de-DE" noProof="0" dirty="0"/>
              <a:t> </a:t>
            </a:r>
            <a:r>
              <a:rPr lang="de-DE" noProof="0" dirty="0" err="1"/>
              <a:t>content</a:t>
            </a:r>
            <a:r>
              <a:rPr lang="de-DE" noProof="0" dirty="0"/>
              <a:t> like a </a:t>
            </a:r>
            <a:r>
              <a:rPr lang="de-DE" noProof="0" dirty="0" err="1"/>
              <a:t>table</a:t>
            </a:r>
            <a:r>
              <a:rPr lang="de-DE" noProof="0" dirty="0"/>
              <a:t> </a:t>
            </a:r>
            <a:r>
              <a:rPr lang="de-DE" noProof="0" dirty="0" err="1"/>
              <a:t>or</a:t>
            </a:r>
            <a:r>
              <a:rPr lang="de-DE" noProof="0" dirty="0"/>
              <a:t> </a:t>
            </a:r>
            <a:r>
              <a:rPr lang="de-DE" noProof="0" dirty="0" err="1"/>
              <a:t>diagram</a:t>
            </a:r>
            <a:r>
              <a:rPr lang="de-DE" noProof="0" dirty="0"/>
              <a:t> just </a:t>
            </a:r>
            <a:r>
              <a:rPr lang="de-DE" noProof="0" dirty="0" err="1"/>
              <a:t>click</a:t>
            </a:r>
            <a:r>
              <a:rPr lang="de-DE" noProof="0" dirty="0"/>
              <a:t> </a:t>
            </a:r>
            <a:r>
              <a:rPr lang="de-DE" noProof="0" dirty="0" err="1"/>
              <a:t>the</a:t>
            </a:r>
            <a:r>
              <a:rPr lang="de-DE" noProof="0" dirty="0"/>
              <a:t> </a:t>
            </a:r>
            <a:r>
              <a:rPr lang="de-DE" noProof="0" dirty="0" err="1"/>
              <a:t>icon</a:t>
            </a:r>
            <a:r>
              <a:rPr lang="de-DE" noProof="0" dirty="0"/>
              <a:t> in </a:t>
            </a:r>
            <a:r>
              <a:rPr lang="de-DE" noProof="0" dirty="0" err="1"/>
              <a:t>the</a:t>
            </a:r>
            <a:r>
              <a:rPr lang="de-DE" noProof="0" dirty="0"/>
              <a:t> </a:t>
            </a:r>
            <a:r>
              <a:rPr lang="de-DE" noProof="0" dirty="0" err="1"/>
              <a:t>middle</a:t>
            </a:r>
            <a:r>
              <a:rPr lang="de-DE" noProof="0" dirty="0"/>
              <a:t> </a:t>
            </a:r>
            <a:r>
              <a:rPr lang="de-DE" noProof="0" dirty="0" err="1"/>
              <a:t>of</a:t>
            </a:r>
            <a:r>
              <a:rPr lang="de-DE" noProof="0" dirty="0"/>
              <a:t> </a:t>
            </a:r>
            <a:r>
              <a:rPr lang="de-DE" noProof="0" dirty="0" err="1"/>
              <a:t>the</a:t>
            </a:r>
            <a:r>
              <a:rPr lang="de-DE" noProof="0" dirty="0"/>
              <a:t> </a:t>
            </a:r>
            <a:r>
              <a:rPr lang="de-DE" noProof="0" dirty="0" err="1"/>
              <a:t>placeholder</a:t>
            </a:r>
            <a:r>
              <a:rPr lang="de-DE" noProof="0" dirty="0"/>
              <a:t>.</a:t>
            </a:r>
          </a:p>
          <a:p>
            <a:pPr lvl="1"/>
            <a:r>
              <a:rPr lang="de-DE" noProof="0" dirty="0"/>
              <a:t>Second </a:t>
            </a:r>
            <a:r>
              <a:rPr lang="de-DE" noProof="0" dirty="0" err="1"/>
              <a:t>level</a:t>
            </a:r>
            <a:endParaRPr lang="de-DE" noProof="0" dirty="0"/>
          </a:p>
          <a:p>
            <a:pPr lvl="2"/>
            <a:r>
              <a:rPr lang="de-DE" noProof="0" dirty="0"/>
              <a:t>Third </a:t>
            </a:r>
            <a:r>
              <a:rPr lang="de-DE" noProof="0" dirty="0" err="1"/>
              <a:t>level</a:t>
            </a:r>
            <a:endParaRPr lang="de-DE" noProof="0" dirty="0"/>
          </a:p>
          <a:p>
            <a:pPr lvl="3"/>
            <a:r>
              <a:rPr lang="de-DE" noProof="0" dirty="0"/>
              <a:t>Forth </a:t>
            </a:r>
            <a:r>
              <a:rPr lang="de-DE" noProof="0" dirty="0" err="1"/>
              <a:t>level</a:t>
            </a:r>
            <a:endParaRPr lang="de-DE" noProof="0" dirty="0"/>
          </a:p>
          <a:p>
            <a:pPr lvl="4"/>
            <a:r>
              <a:rPr lang="de-DE" noProof="0" dirty="0" err="1"/>
              <a:t>Fifth</a:t>
            </a:r>
            <a:r>
              <a:rPr lang="de-DE" noProof="0" dirty="0"/>
              <a:t> </a:t>
            </a:r>
            <a:r>
              <a:rPr lang="de-DE" noProof="0" dirty="0" err="1"/>
              <a:t>level</a:t>
            </a:r>
            <a:endParaRPr lang="de-DE" noProof="0" dirty="0"/>
          </a:p>
          <a:p>
            <a:pPr lvl="4"/>
            <a:endParaRPr lang="de-DE" noProof="0" dirty="0"/>
          </a:p>
        </p:txBody>
      </p:sp>
      <p:sp>
        <p:nvSpPr>
          <p:cNvPr id="32" name="Inhaltsplatzhalter 3">
            <a:extLst>
              <a:ext uri="{FF2B5EF4-FFF2-40B4-BE49-F238E27FC236}">
                <a16:creationId xmlns:a16="http://schemas.microsoft.com/office/drawing/2014/main" id="{60EC06ED-6F07-4680-9AE2-23D7698B36DA}"/>
              </a:ext>
            </a:extLst>
          </p:cNvPr>
          <p:cNvSpPr>
            <a:spLocks noGrp="1"/>
          </p:cNvSpPr>
          <p:nvPr>
            <p:ph sz="quarter" idx="21" hasCustomPrompt="1"/>
          </p:nvPr>
        </p:nvSpPr>
        <p:spPr>
          <a:xfrm>
            <a:off x="6209289" y="1413933"/>
            <a:ext cx="2644171" cy="4894792"/>
          </a:xfrm>
        </p:spPr>
        <p:txBody>
          <a:bodyPr/>
          <a:lstStyle>
            <a:lvl1pPr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/>
            </a:lvl1pPr>
            <a:lvl2pPr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/>
            </a:lvl2pPr>
            <a:lvl3pPr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/>
            </a:lvl3pPr>
            <a:lvl4pPr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/>
            </a:lvl4pPr>
            <a:lvl5pPr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/>
            </a:lvl5pPr>
          </a:lstStyle>
          <a:p>
            <a:pPr lvl="0"/>
            <a:r>
              <a:rPr lang="de-DE" noProof="0" dirty="0"/>
              <a:t>Click </a:t>
            </a:r>
            <a:r>
              <a:rPr lang="de-DE" noProof="0" dirty="0" err="1"/>
              <a:t>to</a:t>
            </a:r>
            <a:r>
              <a:rPr lang="de-DE" noProof="0" dirty="0"/>
              <a:t> </a:t>
            </a:r>
            <a:r>
              <a:rPr lang="de-DE" noProof="0" dirty="0" err="1"/>
              <a:t>edit</a:t>
            </a:r>
            <a:r>
              <a:rPr lang="de-DE" noProof="0" dirty="0"/>
              <a:t> </a:t>
            </a:r>
            <a:r>
              <a:rPr lang="de-DE" noProof="0" dirty="0" err="1"/>
              <a:t>text</a:t>
            </a:r>
            <a:r>
              <a:rPr lang="de-DE" noProof="0" dirty="0"/>
              <a:t>. </a:t>
            </a:r>
            <a:r>
              <a:rPr lang="de-DE" noProof="0" dirty="0" err="1"/>
              <a:t>To</a:t>
            </a:r>
            <a:r>
              <a:rPr lang="de-DE" noProof="0" dirty="0"/>
              <a:t> </a:t>
            </a:r>
            <a:r>
              <a:rPr lang="de-DE" noProof="0" dirty="0" err="1"/>
              <a:t>insert</a:t>
            </a:r>
            <a:r>
              <a:rPr lang="de-DE" noProof="0" dirty="0"/>
              <a:t> </a:t>
            </a:r>
            <a:r>
              <a:rPr lang="de-DE" noProof="0" dirty="0" err="1"/>
              <a:t>content</a:t>
            </a:r>
            <a:r>
              <a:rPr lang="de-DE" noProof="0" dirty="0"/>
              <a:t> like a </a:t>
            </a:r>
            <a:r>
              <a:rPr lang="de-DE" noProof="0" dirty="0" err="1"/>
              <a:t>table</a:t>
            </a:r>
            <a:r>
              <a:rPr lang="de-DE" noProof="0" dirty="0"/>
              <a:t> </a:t>
            </a:r>
            <a:r>
              <a:rPr lang="de-DE" noProof="0" dirty="0" err="1"/>
              <a:t>or</a:t>
            </a:r>
            <a:r>
              <a:rPr lang="de-DE" noProof="0" dirty="0"/>
              <a:t> </a:t>
            </a:r>
            <a:r>
              <a:rPr lang="de-DE" noProof="0" dirty="0" err="1"/>
              <a:t>diagram</a:t>
            </a:r>
            <a:r>
              <a:rPr lang="de-DE" noProof="0" dirty="0"/>
              <a:t> just </a:t>
            </a:r>
            <a:r>
              <a:rPr lang="de-DE" noProof="0" dirty="0" err="1"/>
              <a:t>click</a:t>
            </a:r>
            <a:r>
              <a:rPr lang="de-DE" noProof="0" dirty="0"/>
              <a:t> </a:t>
            </a:r>
            <a:r>
              <a:rPr lang="de-DE" noProof="0" dirty="0" err="1"/>
              <a:t>the</a:t>
            </a:r>
            <a:r>
              <a:rPr lang="de-DE" noProof="0" dirty="0"/>
              <a:t> </a:t>
            </a:r>
            <a:r>
              <a:rPr lang="de-DE" noProof="0" dirty="0" err="1"/>
              <a:t>icon</a:t>
            </a:r>
            <a:r>
              <a:rPr lang="de-DE" noProof="0" dirty="0"/>
              <a:t> in </a:t>
            </a:r>
            <a:r>
              <a:rPr lang="de-DE" noProof="0" dirty="0" err="1"/>
              <a:t>the</a:t>
            </a:r>
            <a:r>
              <a:rPr lang="de-DE" noProof="0" dirty="0"/>
              <a:t> </a:t>
            </a:r>
            <a:r>
              <a:rPr lang="de-DE" noProof="0" dirty="0" err="1"/>
              <a:t>middle</a:t>
            </a:r>
            <a:r>
              <a:rPr lang="de-DE" noProof="0" dirty="0"/>
              <a:t> </a:t>
            </a:r>
            <a:r>
              <a:rPr lang="de-DE" noProof="0" dirty="0" err="1"/>
              <a:t>of</a:t>
            </a:r>
            <a:r>
              <a:rPr lang="de-DE" noProof="0" dirty="0"/>
              <a:t> </a:t>
            </a:r>
            <a:r>
              <a:rPr lang="de-DE" noProof="0" dirty="0" err="1"/>
              <a:t>the</a:t>
            </a:r>
            <a:r>
              <a:rPr lang="de-DE" noProof="0" dirty="0"/>
              <a:t> </a:t>
            </a:r>
            <a:r>
              <a:rPr lang="de-DE" noProof="0" dirty="0" err="1"/>
              <a:t>placeholder</a:t>
            </a:r>
            <a:r>
              <a:rPr lang="de-DE" noProof="0" dirty="0"/>
              <a:t>.</a:t>
            </a:r>
          </a:p>
          <a:p>
            <a:pPr lvl="1"/>
            <a:r>
              <a:rPr lang="de-DE" noProof="0" dirty="0"/>
              <a:t>Second </a:t>
            </a:r>
            <a:r>
              <a:rPr lang="de-DE" noProof="0" dirty="0" err="1"/>
              <a:t>level</a:t>
            </a:r>
            <a:endParaRPr lang="de-DE" noProof="0" dirty="0"/>
          </a:p>
          <a:p>
            <a:pPr lvl="2"/>
            <a:r>
              <a:rPr lang="de-DE" noProof="0" dirty="0"/>
              <a:t>Third </a:t>
            </a:r>
            <a:r>
              <a:rPr lang="de-DE" noProof="0" dirty="0" err="1"/>
              <a:t>level</a:t>
            </a:r>
            <a:endParaRPr lang="de-DE" noProof="0" dirty="0"/>
          </a:p>
          <a:p>
            <a:pPr lvl="3"/>
            <a:r>
              <a:rPr lang="de-DE" noProof="0" dirty="0"/>
              <a:t>Forth </a:t>
            </a:r>
            <a:r>
              <a:rPr lang="de-DE" noProof="0" dirty="0" err="1"/>
              <a:t>level</a:t>
            </a:r>
            <a:endParaRPr lang="de-DE" noProof="0" dirty="0"/>
          </a:p>
          <a:p>
            <a:pPr lvl="4"/>
            <a:r>
              <a:rPr lang="de-DE" noProof="0" dirty="0" err="1"/>
              <a:t>Fifth</a:t>
            </a:r>
            <a:r>
              <a:rPr lang="de-DE" noProof="0" dirty="0"/>
              <a:t> </a:t>
            </a:r>
            <a:r>
              <a:rPr lang="de-DE" noProof="0" dirty="0" err="1"/>
              <a:t>level</a:t>
            </a:r>
            <a:endParaRPr lang="de-DE" noProof="0" dirty="0"/>
          </a:p>
          <a:p>
            <a:pPr lvl="4"/>
            <a:endParaRPr lang="de-DE" noProof="0" dirty="0"/>
          </a:p>
        </p:txBody>
      </p:sp>
      <p:sp>
        <p:nvSpPr>
          <p:cNvPr id="30" name="Inhaltsplatzhalter 2">
            <a:extLst>
              <a:ext uri="{FF2B5EF4-FFF2-40B4-BE49-F238E27FC236}">
                <a16:creationId xmlns:a16="http://schemas.microsoft.com/office/drawing/2014/main" id="{027E4EC2-9005-40D4-918C-FD11293AE431}"/>
              </a:ext>
            </a:extLst>
          </p:cNvPr>
          <p:cNvSpPr>
            <a:spLocks noGrp="1"/>
          </p:cNvSpPr>
          <p:nvPr>
            <p:ph sz="quarter" idx="19" hasCustomPrompt="1"/>
          </p:nvPr>
        </p:nvSpPr>
        <p:spPr>
          <a:xfrm>
            <a:off x="3349118" y="1413933"/>
            <a:ext cx="2644171" cy="4894792"/>
          </a:xfrm>
        </p:spPr>
        <p:txBody>
          <a:bodyPr/>
          <a:lstStyle>
            <a:lvl1pPr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/>
            </a:lvl1pPr>
            <a:lvl2pPr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/>
            </a:lvl2pPr>
            <a:lvl3pPr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/>
            </a:lvl3pPr>
            <a:lvl4pPr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/>
            </a:lvl4pPr>
            <a:lvl5pPr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/>
            </a:lvl5pPr>
          </a:lstStyle>
          <a:p>
            <a:pPr lvl="0"/>
            <a:r>
              <a:rPr lang="de-DE" noProof="0" dirty="0"/>
              <a:t>Click </a:t>
            </a:r>
            <a:r>
              <a:rPr lang="de-DE" noProof="0" dirty="0" err="1"/>
              <a:t>to</a:t>
            </a:r>
            <a:r>
              <a:rPr lang="de-DE" noProof="0" dirty="0"/>
              <a:t> </a:t>
            </a:r>
            <a:r>
              <a:rPr lang="de-DE" noProof="0" dirty="0" err="1"/>
              <a:t>edit</a:t>
            </a:r>
            <a:r>
              <a:rPr lang="de-DE" noProof="0" dirty="0"/>
              <a:t> </a:t>
            </a:r>
            <a:r>
              <a:rPr lang="de-DE" noProof="0" dirty="0" err="1"/>
              <a:t>text</a:t>
            </a:r>
            <a:r>
              <a:rPr lang="de-DE" noProof="0" dirty="0"/>
              <a:t>. </a:t>
            </a:r>
            <a:r>
              <a:rPr lang="de-DE" noProof="0" dirty="0" err="1"/>
              <a:t>To</a:t>
            </a:r>
            <a:r>
              <a:rPr lang="de-DE" noProof="0" dirty="0"/>
              <a:t> </a:t>
            </a:r>
            <a:r>
              <a:rPr lang="de-DE" noProof="0" dirty="0" err="1"/>
              <a:t>insert</a:t>
            </a:r>
            <a:r>
              <a:rPr lang="de-DE" noProof="0" dirty="0"/>
              <a:t> </a:t>
            </a:r>
            <a:r>
              <a:rPr lang="de-DE" noProof="0" dirty="0" err="1"/>
              <a:t>content</a:t>
            </a:r>
            <a:r>
              <a:rPr lang="de-DE" noProof="0" dirty="0"/>
              <a:t> like a </a:t>
            </a:r>
            <a:r>
              <a:rPr lang="de-DE" noProof="0" dirty="0" err="1"/>
              <a:t>table</a:t>
            </a:r>
            <a:r>
              <a:rPr lang="de-DE" noProof="0" dirty="0"/>
              <a:t> </a:t>
            </a:r>
            <a:r>
              <a:rPr lang="de-DE" noProof="0" dirty="0" err="1"/>
              <a:t>or</a:t>
            </a:r>
            <a:r>
              <a:rPr lang="de-DE" noProof="0" dirty="0"/>
              <a:t> </a:t>
            </a:r>
            <a:r>
              <a:rPr lang="de-DE" noProof="0" dirty="0" err="1"/>
              <a:t>diagram</a:t>
            </a:r>
            <a:r>
              <a:rPr lang="de-DE" noProof="0" dirty="0"/>
              <a:t> just </a:t>
            </a:r>
            <a:r>
              <a:rPr lang="de-DE" noProof="0" dirty="0" err="1"/>
              <a:t>click</a:t>
            </a:r>
            <a:r>
              <a:rPr lang="de-DE" noProof="0" dirty="0"/>
              <a:t> </a:t>
            </a:r>
            <a:r>
              <a:rPr lang="de-DE" noProof="0" dirty="0" err="1"/>
              <a:t>the</a:t>
            </a:r>
            <a:r>
              <a:rPr lang="de-DE" noProof="0" dirty="0"/>
              <a:t> </a:t>
            </a:r>
            <a:r>
              <a:rPr lang="de-DE" noProof="0" dirty="0" err="1"/>
              <a:t>icon</a:t>
            </a:r>
            <a:r>
              <a:rPr lang="de-DE" noProof="0" dirty="0"/>
              <a:t> in </a:t>
            </a:r>
            <a:r>
              <a:rPr lang="de-DE" noProof="0" dirty="0" err="1"/>
              <a:t>the</a:t>
            </a:r>
            <a:r>
              <a:rPr lang="de-DE" noProof="0" dirty="0"/>
              <a:t> </a:t>
            </a:r>
            <a:r>
              <a:rPr lang="de-DE" noProof="0" dirty="0" err="1"/>
              <a:t>middle</a:t>
            </a:r>
            <a:r>
              <a:rPr lang="de-DE" noProof="0" dirty="0"/>
              <a:t> </a:t>
            </a:r>
            <a:r>
              <a:rPr lang="de-DE" noProof="0" dirty="0" err="1"/>
              <a:t>of</a:t>
            </a:r>
            <a:r>
              <a:rPr lang="de-DE" noProof="0" dirty="0"/>
              <a:t> </a:t>
            </a:r>
            <a:r>
              <a:rPr lang="de-DE" noProof="0" dirty="0" err="1"/>
              <a:t>the</a:t>
            </a:r>
            <a:r>
              <a:rPr lang="de-DE" noProof="0" dirty="0"/>
              <a:t> </a:t>
            </a:r>
            <a:r>
              <a:rPr lang="de-DE" noProof="0" dirty="0" err="1"/>
              <a:t>placeholder</a:t>
            </a:r>
            <a:r>
              <a:rPr lang="de-DE" noProof="0" dirty="0"/>
              <a:t>.</a:t>
            </a:r>
          </a:p>
          <a:p>
            <a:pPr lvl="1"/>
            <a:r>
              <a:rPr lang="de-DE" noProof="0" dirty="0"/>
              <a:t>Second </a:t>
            </a:r>
            <a:r>
              <a:rPr lang="de-DE" noProof="0" dirty="0" err="1"/>
              <a:t>level</a:t>
            </a:r>
            <a:endParaRPr lang="de-DE" noProof="0" dirty="0"/>
          </a:p>
          <a:p>
            <a:pPr lvl="2"/>
            <a:r>
              <a:rPr lang="de-DE" noProof="0" dirty="0"/>
              <a:t>Third </a:t>
            </a:r>
            <a:r>
              <a:rPr lang="de-DE" noProof="0" dirty="0" err="1"/>
              <a:t>level</a:t>
            </a:r>
            <a:endParaRPr lang="de-DE" noProof="0" dirty="0"/>
          </a:p>
          <a:p>
            <a:pPr lvl="3"/>
            <a:r>
              <a:rPr lang="de-DE" noProof="0" dirty="0"/>
              <a:t>Forth </a:t>
            </a:r>
            <a:r>
              <a:rPr lang="de-DE" noProof="0" dirty="0" err="1"/>
              <a:t>level</a:t>
            </a:r>
            <a:endParaRPr lang="de-DE" noProof="0" dirty="0"/>
          </a:p>
          <a:p>
            <a:pPr lvl="4"/>
            <a:r>
              <a:rPr lang="de-DE" noProof="0" dirty="0" err="1"/>
              <a:t>Fifth</a:t>
            </a:r>
            <a:r>
              <a:rPr lang="de-DE" noProof="0" dirty="0"/>
              <a:t> </a:t>
            </a:r>
            <a:r>
              <a:rPr lang="de-DE" noProof="0" dirty="0" err="1"/>
              <a:t>level</a:t>
            </a:r>
            <a:endParaRPr lang="de-DE" noProof="0" dirty="0"/>
          </a:p>
          <a:p>
            <a:pPr lvl="4"/>
            <a:endParaRPr lang="de-DE" noProof="0" dirty="0"/>
          </a:p>
        </p:txBody>
      </p:sp>
      <p:sp>
        <p:nvSpPr>
          <p:cNvPr id="28" name="Inhaltsplatzhalter 1">
            <a:extLst>
              <a:ext uri="{FF2B5EF4-FFF2-40B4-BE49-F238E27FC236}">
                <a16:creationId xmlns:a16="http://schemas.microsoft.com/office/drawing/2014/main" id="{CD857AE5-6C50-432B-94B7-EC5D4821331B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488947" y="1413933"/>
            <a:ext cx="2644171" cy="4894792"/>
          </a:xfrm>
        </p:spPr>
        <p:txBody>
          <a:bodyPr/>
          <a:lstStyle>
            <a:lvl1pPr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/>
            </a:lvl1pPr>
            <a:lvl2pPr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/>
            </a:lvl2pPr>
            <a:lvl3pPr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/>
            </a:lvl3pPr>
            <a:lvl4pPr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/>
            </a:lvl4pPr>
            <a:lvl5pPr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/>
            </a:lvl5pPr>
          </a:lstStyle>
          <a:p>
            <a:pPr lvl="0"/>
            <a:r>
              <a:rPr lang="de-DE" noProof="0" dirty="0"/>
              <a:t>Click </a:t>
            </a:r>
            <a:r>
              <a:rPr lang="de-DE" noProof="0" dirty="0" err="1"/>
              <a:t>to</a:t>
            </a:r>
            <a:r>
              <a:rPr lang="de-DE" noProof="0" dirty="0"/>
              <a:t> </a:t>
            </a:r>
            <a:r>
              <a:rPr lang="de-DE" noProof="0" dirty="0" err="1"/>
              <a:t>edit</a:t>
            </a:r>
            <a:r>
              <a:rPr lang="de-DE" noProof="0" dirty="0"/>
              <a:t> </a:t>
            </a:r>
            <a:r>
              <a:rPr lang="de-DE" noProof="0" dirty="0" err="1"/>
              <a:t>text</a:t>
            </a:r>
            <a:r>
              <a:rPr lang="de-DE" noProof="0" dirty="0"/>
              <a:t>. </a:t>
            </a:r>
            <a:r>
              <a:rPr lang="de-DE" noProof="0" dirty="0" err="1"/>
              <a:t>To</a:t>
            </a:r>
            <a:r>
              <a:rPr lang="de-DE" noProof="0" dirty="0"/>
              <a:t> </a:t>
            </a:r>
            <a:r>
              <a:rPr lang="de-DE" noProof="0" dirty="0" err="1"/>
              <a:t>insert</a:t>
            </a:r>
            <a:r>
              <a:rPr lang="de-DE" noProof="0" dirty="0"/>
              <a:t> </a:t>
            </a:r>
            <a:r>
              <a:rPr lang="de-DE" noProof="0" dirty="0" err="1"/>
              <a:t>content</a:t>
            </a:r>
            <a:r>
              <a:rPr lang="de-DE" noProof="0" dirty="0"/>
              <a:t> like a </a:t>
            </a:r>
            <a:r>
              <a:rPr lang="de-DE" noProof="0" dirty="0" err="1"/>
              <a:t>table</a:t>
            </a:r>
            <a:r>
              <a:rPr lang="de-DE" noProof="0" dirty="0"/>
              <a:t> </a:t>
            </a:r>
            <a:r>
              <a:rPr lang="de-DE" noProof="0" dirty="0" err="1"/>
              <a:t>or</a:t>
            </a:r>
            <a:r>
              <a:rPr lang="de-DE" noProof="0" dirty="0"/>
              <a:t> </a:t>
            </a:r>
            <a:r>
              <a:rPr lang="de-DE" noProof="0" dirty="0" err="1"/>
              <a:t>diagram</a:t>
            </a:r>
            <a:r>
              <a:rPr lang="de-DE" noProof="0" dirty="0"/>
              <a:t> just </a:t>
            </a:r>
            <a:r>
              <a:rPr lang="de-DE" noProof="0" dirty="0" err="1"/>
              <a:t>click</a:t>
            </a:r>
            <a:r>
              <a:rPr lang="de-DE" noProof="0" dirty="0"/>
              <a:t> </a:t>
            </a:r>
            <a:r>
              <a:rPr lang="de-DE" noProof="0" dirty="0" err="1"/>
              <a:t>the</a:t>
            </a:r>
            <a:r>
              <a:rPr lang="de-DE" noProof="0" dirty="0"/>
              <a:t> </a:t>
            </a:r>
            <a:r>
              <a:rPr lang="de-DE" noProof="0" dirty="0" err="1"/>
              <a:t>icon</a:t>
            </a:r>
            <a:r>
              <a:rPr lang="de-DE" noProof="0" dirty="0"/>
              <a:t> in </a:t>
            </a:r>
            <a:r>
              <a:rPr lang="de-DE" noProof="0" dirty="0" err="1"/>
              <a:t>the</a:t>
            </a:r>
            <a:r>
              <a:rPr lang="de-DE" noProof="0" dirty="0"/>
              <a:t> </a:t>
            </a:r>
            <a:r>
              <a:rPr lang="de-DE" noProof="0" dirty="0" err="1"/>
              <a:t>middle</a:t>
            </a:r>
            <a:r>
              <a:rPr lang="de-DE" noProof="0" dirty="0"/>
              <a:t> </a:t>
            </a:r>
            <a:r>
              <a:rPr lang="de-DE" noProof="0" dirty="0" err="1"/>
              <a:t>of</a:t>
            </a:r>
            <a:r>
              <a:rPr lang="de-DE" noProof="0" dirty="0"/>
              <a:t> </a:t>
            </a:r>
            <a:r>
              <a:rPr lang="de-DE" noProof="0" dirty="0" err="1"/>
              <a:t>the</a:t>
            </a:r>
            <a:r>
              <a:rPr lang="de-DE" noProof="0" dirty="0"/>
              <a:t> </a:t>
            </a:r>
            <a:r>
              <a:rPr lang="de-DE" noProof="0" dirty="0" err="1"/>
              <a:t>placeholder</a:t>
            </a:r>
            <a:r>
              <a:rPr lang="de-DE" noProof="0" dirty="0"/>
              <a:t>.</a:t>
            </a:r>
          </a:p>
          <a:p>
            <a:pPr lvl="1"/>
            <a:r>
              <a:rPr lang="de-DE" noProof="0" dirty="0"/>
              <a:t>Second </a:t>
            </a:r>
            <a:r>
              <a:rPr lang="de-DE" noProof="0" dirty="0" err="1"/>
              <a:t>level</a:t>
            </a:r>
            <a:endParaRPr lang="de-DE" noProof="0" dirty="0"/>
          </a:p>
          <a:p>
            <a:pPr lvl="2"/>
            <a:r>
              <a:rPr lang="de-DE" noProof="0" dirty="0"/>
              <a:t>Third </a:t>
            </a:r>
            <a:r>
              <a:rPr lang="de-DE" noProof="0" dirty="0" err="1"/>
              <a:t>level</a:t>
            </a:r>
            <a:endParaRPr lang="de-DE" noProof="0" dirty="0"/>
          </a:p>
          <a:p>
            <a:pPr lvl="3"/>
            <a:r>
              <a:rPr lang="de-DE" noProof="0" dirty="0"/>
              <a:t>Forth </a:t>
            </a:r>
            <a:r>
              <a:rPr lang="de-DE" noProof="0" dirty="0" err="1"/>
              <a:t>level</a:t>
            </a:r>
            <a:endParaRPr lang="de-DE" noProof="0" dirty="0"/>
          </a:p>
          <a:p>
            <a:pPr lvl="4"/>
            <a:r>
              <a:rPr lang="de-DE" noProof="0" dirty="0" err="1"/>
              <a:t>Fifth</a:t>
            </a:r>
            <a:r>
              <a:rPr lang="de-DE" noProof="0" dirty="0"/>
              <a:t> </a:t>
            </a:r>
            <a:r>
              <a:rPr lang="de-DE" noProof="0" dirty="0" err="1"/>
              <a:t>level</a:t>
            </a:r>
            <a:endParaRPr lang="de-DE" noProof="0" dirty="0"/>
          </a:p>
          <a:p>
            <a:pPr lvl="4"/>
            <a:endParaRPr lang="de-DE" noProof="0" dirty="0"/>
          </a:p>
        </p:txBody>
      </p:sp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488947" y="347184"/>
            <a:ext cx="11224684" cy="400110"/>
          </a:xfrm>
        </p:spPr>
        <p:txBody>
          <a:bodyPr vert="horz"/>
          <a:lstStyle>
            <a:lvl1pPr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/>
            </a:lvl1pPr>
          </a:lstStyle>
          <a:p>
            <a:r>
              <a:rPr lang="de-DE" noProof="0" dirty="0"/>
              <a:t>Click </a:t>
            </a:r>
            <a:r>
              <a:rPr lang="de-DE" noProof="0" dirty="0" err="1"/>
              <a:t>to</a:t>
            </a:r>
            <a:r>
              <a:rPr lang="de-DE" noProof="0" dirty="0"/>
              <a:t> </a:t>
            </a:r>
            <a:r>
              <a:rPr lang="de-DE" noProof="0" dirty="0" err="1"/>
              <a:t>edit</a:t>
            </a:r>
            <a:r>
              <a:rPr lang="de-DE" noProof="0" dirty="0"/>
              <a:t> Action Title. 26pt. All Caps. </a:t>
            </a:r>
            <a:r>
              <a:rPr lang="de-DE" noProof="0" dirty="0" err="1"/>
              <a:t>Two</a:t>
            </a:r>
            <a:r>
              <a:rPr lang="de-DE" noProof="0" dirty="0"/>
              <a:t> </a:t>
            </a:r>
            <a:r>
              <a:rPr lang="de-DE" noProof="0" dirty="0" err="1"/>
              <a:t>lines</a:t>
            </a:r>
            <a:r>
              <a:rPr lang="de-DE" noProof="0" dirty="0"/>
              <a:t> maximum.</a:t>
            </a:r>
          </a:p>
        </p:txBody>
      </p:sp>
    </p:spTree>
    <p:extLst>
      <p:ext uri="{BB962C8B-B14F-4D97-AF65-F5344CB8AC3E}">
        <p14:creationId xmlns:p14="http://schemas.microsoft.com/office/powerpoint/2010/main" val="63406844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6" pos="5705" userDrawn="1">
          <p15:clr>
            <a:srgbClr val="FBAE40"/>
          </p15:clr>
        </p15:guide>
        <p15:guide id="7" pos="1977" userDrawn="1">
          <p15:clr>
            <a:srgbClr val="FBAE40"/>
          </p15:clr>
        </p15:guide>
        <p15:guide id="8" pos="2104" userDrawn="1">
          <p15:clr>
            <a:srgbClr val="FBAE40"/>
          </p15:clr>
        </p15:guide>
        <p15:guide id="9" pos="3777" userDrawn="1">
          <p15:clr>
            <a:srgbClr val="FBAE40"/>
          </p15:clr>
        </p15:guide>
        <p15:guide id="10" pos="3905" userDrawn="1">
          <p15:clr>
            <a:srgbClr val="FBAE40"/>
          </p15:clr>
        </p15:guide>
        <p15:guide id="11" pos="5576" userDrawn="1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| 2x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kt 4" hidden="1">
            <a:extLst>
              <a:ext uri="{FF2B5EF4-FFF2-40B4-BE49-F238E27FC236}">
                <a16:creationId xmlns:a16="http://schemas.microsoft.com/office/drawing/2014/main" id="{78D39B1E-A015-4084-940D-8BBABCAACD8C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22821339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344" imgH="344" progId="TCLayout.ActiveDocument.1">
                  <p:embed/>
                </p:oleObj>
              </mc:Choice>
              <mc:Fallback>
                <p:oleObj name="think-cell Folie" r:id="rId3" imgW="344" imgH="344" progId="TCLayout.ActiveDocument.1">
                  <p:embed/>
                  <p:pic>
                    <p:nvPicPr>
                      <p:cNvPr id="5" name="Objekt 4" hidden="1">
                        <a:extLst>
                          <a:ext uri="{FF2B5EF4-FFF2-40B4-BE49-F238E27FC236}">
                            <a16:creationId xmlns:a16="http://schemas.microsoft.com/office/drawing/2014/main" id="{78D39B1E-A015-4084-940D-8BBABCAACD8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Inhaltsplatzhalter 4"/>
          <p:cNvSpPr>
            <a:spLocks noGrp="1"/>
          </p:cNvSpPr>
          <p:nvPr>
            <p:ph sz="quarter" idx="13" hasCustomPrompt="1"/>
          </p:nvPr>
        </p:nvSpPr>
        <p:spPr>
          <a:xfrm>
            <a:off x="6317289" y="3968784"/>
            <a:ext cx="5396342" cy="2339940"/>
          </a:xfrm>
        </p:spPr>
        <p:txBody>
          <a:bodyPr/>
          <a:lstStyle>
            <a:lvl1pPr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/>
            </a:lvl1pPr>
            <a:lvl2pPr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/>
            </a:lvl2pPr>
            <a:lvl3pPr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/>
            </a:lvl3pPr>
            <a:lvl4pPr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/>
            </a:lvl4pPr>
            <a:lvl5pPr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/>
            </a:lvl5pPr>
          </a:lstStyle>
          <a:p>
            <a:pPr lvl="0"/>
            <a:r>
              <a:rPr lang="de-DE" noProof="0" dirty="0"/>
              <a:t>Click </a:t>
            </a:r>
            <a:r>
              <a:rPr lang="de-DE" noProof="0" dirty="0" err="1"/>
              <a:t>to</a:t>
            </a:r>
            <a:r>
              <a:rPr lang="de-DE" noProof="0" dirty="0"/>
              <a:t> </a:t>
            </a:r>
            <a:r>
              <a:rPr lang="de-DE" noProof="0" dirty="0" err="1"/>
              <a:t>edit</a:t>
            </a:r>
            <a:r>
              <a:rPr lang="de-DE" noProof="0" dirty="0"/>
              <a:t> </a:t>
            </a:r>
            <a:r>
              <a:rPr lang="de-DE" noProof="0" dirty="0" err="1"/>
              <a:t>text</a:t>
            </a:r>
            <a:r>
              <a:rPr lang="de-DE" noProof="0" dirty="0"/>
              <a:t>. </a:t>
            </a:r>
            <a:r>
              <a:rPr lang="de-DE" noProof="0" dirty="0" err="1"/>
              <a:t>To</a:t>
            </a:r>
            <a:r>
              <a:rPr lang="de-DE" noProof="0" dirty="0"/>
              <a:t> </a:t>
            </a:r>
            <a:r>
              <a:rPr lang="de-DE" noProof="0" dirty="0" err="1"/>
              <a:t>insert</a:t>
            </a:r>
            <a:r>
              <a:rPr lang="de-DE" noProof="0" dirty="0"/>
              <a:t> </a:t>
            </a:r>
            <a:r>
              <a:rPr lang="de-DE" noProof="0" dirty="0" err="1"/>
              <a:t>content</a:t>
            </a:r>
            <a:r>
              <a:rPr lang="de-DE" noProof="0" dirty="0"/>
              <a:t> like a </a:t>
            </a:r>
            <a:r>
              <a:rPr lang="de-DE" noProof="0" dirty="0" err="1"/>
              <a:t>table</a:t>
            </a:r>
            <a:r>
              <a:rPr lang="de-DE" noProof="0" dirty="0"/>
              <a:t> </a:t>
            </a:r>
            <a:r>
              <a:rPr lang="de-DE" noProof="0" dirty="0" err="1"/>
              <a:t>or</a:t>
            </a:r>
            <a:r>
              <a:rPr lang="de-DE" noProof="0" dirty="0"/>
              <a:t> </a:t>
            </a:r>
            <a:r>
              <a:rPr lang="de-DE" noProof="0" dirty="0" err="1"/>
              <a:t>diagram</a:t>
            </a:r>
            <a:r>
              <a:rPr lang="de-DE" noProof="0" dirty="0"/>
              <a:t> just </a:t>
            </a:r>
            <a:r>
              <a:rPr lang="de-DE" noProof="0" dirty="0" err="1"/>
              <a:t>click</a:t>
            </a:r>
            <a:r>
              <a:rPr lang="de-DE" noProof="0" dirty="0"/>
              <a:t> </a:t>
            </a:r>
            <a:r>
              <a:rPr lang="de-DE" noProof="0" dirty="0" err="1"/>
              <a:t>the</a:t>
            </a:r>
            <a:r>
              <a:rPr lang="de-DE" noProof="0" dirty="0"/>
              <a:t> </a:t>
            </a:r>
            <a:r>
              <a:rPr lang="de-DE" noProof="0" dirty="0" err="1"/>
              <a:t>icon</a:t>
            </a:r>
            <a:r>
              <a:rPr lang="de-DE" noProof="0" dirty="0"/>
              <a:t> in </a:t>
            </a:r>
            <a:r>
              <a:rPr lang="de-DE" noProof="0" dirty="0" err="1"/>
              <a:t>the</a:t>
            </a:r>
            <a:r>
              <a:rPr lang="de-DE" noProof="0" dirty="0"/>
              <a:t> </a:t>
            </a:r>
            <a:r>
              <a:rPr lang="de-DE" noProof="0" dirty="0" err="1"/>
              <a:t>middle</a:t>
            </a:r>
            <a:r>
              <a:rPr lang="de-DE" noProof="0" dirty="0"/>
              <a:t> </a:t>
            </a:r>
            <a:r>
              <a:rPr lang="de-DE" noProof="0" dirty="0" err="1"/>
              <a:t>of</a:t>
            </a:r>
            <a:r>
              <a:rPr lang="de-DE" noProof="0" dirty="0"/>
              <a:t> </a:t>
            </a:r>
            <a:r>
              <a:rPr lang="de-DE" noProof="0" dirty="0" err="1"/>
              <a:t>the</a:t>
            </a:r>
            <a:r>
              <a:rPr lang="de-DE" noProof="0" dirty="0"/>
              <a:t> </a:t>
            </a:r>
            <a:r>
              <a:rPr lang="de-DE" noProof="0" dirty="0" err="1"/>
              <a:t>placeholder</a:t>
            </a:r>
            <a:r>
              <a:rPr lang="de-DE" noProof="0" dirty="0"/>
              <a:t>.</a:t>
            </a:r>
          </a:p>
          <a:p>
            <a:pPr lvl="1"/>
            <a:r>
              <a:rPr lang="de-DE" noProof="0" dirty="0"/>
              <a:t>Second </a:t>
            </a:r>
            <a:r>
              <a:rPr lang="de-DE" noProof="0" dirty="0" err="1"/>
              <a:t>level</a:t>
            </a:r>
            <a:endParaRPr lang="de-DE" noProof="0" dirty="0"/>
          </a:p>
          <a:p>
            <a:pPr lvl="2"/>
            <a:r>
              <a:rPr lang="de-DE" noProof="0" dirty="0"/>
              <a:t>Third </a:t>
            </a:r>
            <a:r>
              <a:rPr lang="de-DE" noProof="0" dirty="0" err="1"/>
              <a:t>level</a:t>
            </a:r>
            <a:endParaRPr lang="de-DE" noProof="0" dirty="0"/>
          </a:p>
          <a:p>
            <a:pPr lvl="3"/>
            <a:r>
              <a:rPr lang="de-DE" noProof="0" dirty="0"/>
              <a:t>Forth </a:t>
            </a:r>
            <a:r>
              <a:rPr lang="de-DE" noProof="0" dirty="0" err="1"/>
              <a:t>level</a:t>
            </a:r>
            <a:endParaRPr lang="de-DE" noProof="0" dirty="0"/>
          </a:p>
          <a:p>
            <a:pPr lvl="4"/>
            <a:r>
              <a:rPr lang="de-DE" noProof="0" dirty="0" err="1"/>
              <a:t>Fifth</a:t>
            </a:r>
            <a:r>
              <a:rPr lang="de-DE" noProof="0" dirty="0"/>
              <a:t> </a:t>
            </a:r>
            <a:r>
              <a:rPr lang="de-DE" noProof="0" dirty="0" err="1"/>
              <a:t>level</a:t>
            </a:r>
            <a:endParaRPr lang="de-DE" noProof="0" dirty="0"/>
          </a:p>
          <a:p>
            <a:pPr lvl="4"/>
            <a:endParaRPr lang="de-DE" noProof="0" dirty="0"/>
          </a:p>
        </p:txBody>
      </p:sp>
      <p:sp>
        <p:nvSpPr>
          <p:cNvPr id="8" name="Inhaltsplatzhalter 3"/>
          <p:cNvSpPr>
            <a:spLocks noGrp="1"/>
          </p:cNvSpPr>
          <p:nvPr>
            <p:ph sz="quarter" idx="12" hasCustomPrompt="1"/>
          </p:nvPr>
        </p:nvSpPr>
        <p:spPr>
          <a:xfrm>
            <a:off x="488947" y="3968784"/>
            <a:ext cx="5396342" cy="2339940"/>
          </a:xfrm>
        </p:spPr>
        <p:txBody>
          <a:bodyPr/>
          <a:lstStyle>
            <a:lvl1pPr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/>
            </a:lvl1pPr>
            <a:lvl2pPr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/>
            </a:lvl2pPr>
            <a:lvl3pPr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/>
            </a:lvl3pPr>
            <a:lvl4pPr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/>
            </a:lvl4pPr>
            <a:lvl5pPr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/>
            </a:lvl5pPr>
          </a:lstStyle>
          <a:p>
            <a:pPr lvl="0"/>
            <a:r>
              <a:rPr lang="de-DE" noProof="0" dirty="0"/>
              <a:t>Click </a:t>
            </a:r>
            <a:r>
              <a:rPr lang="de-DE" noProof="0" dirty="0" err="1"/>
              <a:t>to</a:t>
            </a:r>
            <a:r>
              <a:rPr lang="de-DE" noProof="0" dirty="0"/>
              <a:t> </a:t>
            </a:r>
            <a:r>
              <a:rPr lang="de-DE" noProof="0" dirty="0" err="1"/>
              <a:t>edit</a:t>
            </a:r>
            <a:r>
              <a:rPr lang="de-DE" noProof="0" dirty="0"/>
              <a:t> </a:t>
            </a:r>
            <a:r>
              <a:rPr lang="de-DE" noProof="0" dirty="0" err="1"/>
              <a:t>text</a:t>
            </a:r>
            <a:r>
              <a:rPr lang="de-DE" noProof="0" dirty="0"/>
              <a:t>. </a:t>
            </a:r>
            <a:r>
              <a:rPr lang="de-DE" noProof="0" dirty="0" err="1"/>
              <a:t>To</a:t>
            </a:r>
            <a:r>
              <a:rPr lang="de-DE" noProof="0" dirty="0"/>
              <a:t> </a:t>
            </a:r>
            <a:r>
              <a:rPr lang="de-DE" noProof="0" dirty="0" err="1"/>
              <a:t>insert</a:t>
            </a:r>
            <a:r>
              <a:rPr lang="de-DE" noProof="0" dirty="0"/>
              <a:t> </a:t>
            </a:r>
            <a:r>
              <a:rPr lang="de-DE" noProof="0" dirty="0" err="1"/>
              <a:t>content</a:t>
            </a:r>
            <a:r>
              <a:rPr lang="de-DE" noProof="0" dirty="0"/>
              <a:t> like a </a:t>
            </a:r>
            <a:r>
              <a:rPr lang="de-DE" noProof="0" dirty="0" err="1"/>
              <a:t>table</a:t>
            </a:r>
            <a:r>
              <a:rPr lang="de-DE" noProof="0" dirty="0"/>
              <a:t> </a:t>
            </a:r>
            <a:r>
              <a:rPr lang="de-DE" noProof="0" dirty="0" err="1"/>
              <a:t>or</a:t>
            </a:r>
            <a:r>
              <a:rPr lang="de-DE" noProof="0" dirty="0"/>
              <a:t> </a:t>
            </a:r>
            <a:r>
              <a:rPr lang="de-DE" noProof="0" dirty="0" err="1"/>
              <a:t>diagram</a:t>
            </a:r>
            <a:r>
              <a:rPr lang="de-DE" noProof="0" dirty="0"/>
              <a:t> just </a:t>
            </a:r>
            <a:r>
              <a:rPr lang="de-DE" noProof="0" dirty="0" err="1"/>
              <a:t>click</a:t>
            </a:r>
            <a:r>
              <a:rPr lang="de-DE" noProof="0" dirty="0"/>
              <a:t> </a:t>
            </a:r>
            <a:r>
              <a:rPr lang="de-DE" noProof="0" dirty="0" err="1"/>
              <a:t>the</a:t>
            </a:r>
            <a:r>
              <a:rPr lang="de-DE" noProof="0" dirty="0"/>
              <a:t> </a:t>
            </a:r>
            <a:r>
              <a:rPr lang="de-DE" noProof="0" dirty="0" err="1"/>
              <a:t>icon</a:t>
            </a:r>
            <a:r>
              <a:rPr lang="de-DE" noProof="0" dirty="0"/>
              <a:t> in </a:t>
            </a:r>
            <a:r>
              <a:rPr lang="de-DE" noProof="0" dirty="0" err="1"/>
              <a:t>the</a:t>
            </a:r>
            <a:r>
              <a:rPr lang="de-DE" noProof="0" dirty="0"/>
              <a:t> </a:t>
            </a:r>
            <a:r>
              <a:rPr lang="de-DE" noProof="0" dirty="0" err="1"/>
              <a:t>middle</a:t>
            </a:r>
            <a:r>
              <a:rPr lang="de-DE" noProof="0" dirty="0"/>
              <a:t> </a:t>
            </a:r>
            <a:r>
              <a:rPr lang="de-DE" noProof="0" dirty="0" err="1"/>
              <a:t>of</a:t>
            </a:r>
            <a:r>
              <a:rPr lang="de-DE" noProof="0" dirty="0"/>
              <a:t> </a:t>
            </a:r>
            <a:r>
              <a:rPr lang="de-DE" noProof="0" dirty="0" err="1"/>
              <a:t>the</a:t>
            </a:r>
            <a:r>
              <a:rPr lang="de-DE" noProof="0" dirty="0"/>
              <a:t> </a:t>
            </a:r>
            <a:r>
              <a:rPr lang="de-DE" noProof="0" dirty="0" err="1"/>
              <a:t>placeholder</a:t>
            </a:r>
            <a:r>
              <a:rPr lang="de-DE" noProof="0" dirty="0"/>
              <a:t>.</a:t>
            </a:r>
          </a:p>
          <a:p>
            <a:pPr lvl="1"/>
            <a:r>
              <a:rPr lang="de-DE" noProof="0" dirty="0"/>
              <a:t>Second </a:t>
            </a:r>
            <a:r>
              <a:rPr lang="de-DE" noProof="0" dirty="0" err="1"/>
              <a:t>level</a:t>
            </a:r>
            <a:endParaRPr lang="de-DE" noProof="0" dirty="0"/>
          </a:p>
          <a:p>
            <a:pPr lvl="2"/>
            <a:r>
              <a:rPr lang="de-DE" noProof="0" dirty="0"/>
              <a:t>Third </a:t>
            </a:r>
            <a:r>
              <a:rPr lang="de-DE" noProof="0" dirty="0" err="1"/>
              <a:t>level</a:t>
            </a:r>
            <a:endParaRPr lang="de-DE" noProof="0" dirty="0"/>
          </a:p>
          <a:p>
            <a:pPr lvl="3"/>
            <a:r>
              <a:rPr lang="de-DE" noProof="0" dirty="0"/>
              <a:t>Forth </a:t>
            </a:r>
            <a:r>
              <a:rPr lang="de-DE" noProof="0" dirty="0" err="1"/>
              <a:t>level</a:t>
            </a:r>
            <a:endParaRPr lang="de-DE" noProof="0" dirty="0"/>
          </a:p>
          <a:p>
            <a:pPr lvl="4"/>
            <a:r>
              <a:rPr lang="de-DE" noProof="0" dirty="0" err="1"/>
              <a:t>Fifth</a:t>
            </a:r>
            <a:r>
              <a:rPr lang="de-DE" noProof="0" dirty="0"/>
              <a:t> </a:t>
            </a:r>
            <a:r>
              <a:rPr lang="de-DE" noProof="0" dirty="0" err="1"/>
              <a:t>level</a:t>
            </a:r>
            <a:endParaRPr lang="de-DE" noProof="0" dirty="0"/>
          </a:p>
        </p:txBody>
      </p:sp>
      <p:sp>
        <p:nvSpPr>
          <p:cNvPr id="6" name="Inhaltsplatzhalter 2"/>
          <p:cNvSpPr>
            <a:spLocks noGrp="1"/>
          </p:cNvSpPr>
          <p:nvPr>
            <p:ph sz="quarter" idx="11" hasCustomPrompt="1"/>
          </p:nvPr>
        </p:nvSpPr>
        <p:spPr>
          <a:xfrm>
            <a:off x="6317289" y="1413932"/>
            <a:ext cx="5396342" cy="2338852"/>
          </a:xfrm>
        </p:spPr>
        <p:txBody>
          <a:bodyPr/>
          <a:lstStyle>
            <a:lvl1pPr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/>
            </a:lvl1pPr>
            <a:lvl2pPr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/>
            </a:lvl2pPr>
            <a:lvl3pPr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/>
            </a:lvl3pPr>
            <a:lvl4pPr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/>
            </a:lvl4pPr>
            <a:lvl5pPr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/>
            </a:lvl5pPr>
          </a:lstStyle>
          <a:p>
            <a:pPr lvl="0"/>
            <a:r>
              <a:rPr lang="de-DE" noProof="0" dirty="0"/>
              <a:t>Click </a:t>
            </a:r>
            <a:r>
              <a:rPr lang="de-DE" noProof="0" dirty="0" err="1"/>
              <a:t>to</a:t>
            </a:r>
            <a:r>
              <a:rPr lang="de-DE" noProof="0" dirty="0"/>
              <a:t> </a:t>
            </a:r>
            <a:r>
              <a:rPr lang="de-DE" noProof="0" dirty="0" err="1"/>
              <a:t>edit</a:t>
            </a:r>
            <a:r>
              <a:rPr lang="de-DE" noProof="0" dirty="0"/>
              <a:t> </a:t>
            </a:r>
            <a:r>
              <a:rPr lang="de-DE" noProof="0" dirty="0" err="1"/>
              <a:t>text</a:t>
            </a:r>
            <a:r>
              <a:rPr lang="de-DE" noProof="0" dirty="0"/>
              <a:t>. </a:t>
            </a:r>
            <a:r>
              <a:rPr lang="de-DE" noProof="0" dirty="0" err="1"/>
              <a:t>To</a:t>
            </a:r>
            <a:r>
              <a:rPr lang="de-DE" noProof="0" dirty="0"/>
              <a:t> </a:t>
            </a:r>
            <a:r>
              <a:rPr lang="de-DE" noProof="0" dirty="0" err="1"/>
              <a:t>insert</a:t>
            </a:r>
            <a:r>
              <a:rPr lang="de-DE" noProof="0" dirty="0"/>
              <a:t> </a:t>
            </a:r>
            <a:r>
              <a:rPr lang="de-DE" noProof="0" dirty="0" err="1"/>
              <a:t>content</a:t>
            </a:r>
            <a:r>
              <a:rPr lang="de-DE" noProof="0" dirty="0"/>
              <a:t> like a </a:t>
            </a:r>
            <a:r>
              <a:rPr lang="de-DE" noProof="0" dirty="0" err="1"/>
              <a:t>table</a:t>
            </a:r>
            <a:r>
              <a:rPr lang="de-DE" noProof="0" dirty="0"/>
              <a:t> </a:t>
            </a:r>
            <a:r>
              <a:rPr lang="de-DE" noProof="0" dirty="0" err="1"/>
              <a:t>or</a:t>
            </a:r>
            <a:r>
              <a:rPr lang="de-DE" noProof="0" dirty="0"/>
              <a:t> </a:t>
            </a:r>
            <a:r>
              <a:rPr lang="de-DE" noProof="0" dirty="0" err="1"/>
              <a:t>diagram</a:t>
            </a:r>
            <a:r>
              <a:rPr lang="de-DE" noProof="0" dirty="0"/>
              <a:t> just </a:t>
            </a:r>
            <a:r>
              <a:rPr lang="de-DE" noProof="0" dirty="0" err="1"/>
              <a:t>click</a:t>
            </a:r>
            <a:r>
              <a:rPr lang="de-DE" noProof="0" dirty="0"/>
              <a:t> </a:t>
            </a:r>
            <a:r>
              <a:rPr lang="de-DE" noProof="0" dirty="0" err="1"/>
              <a:t>the</a:t>
            </a:r>
            <a:r>
              <a:rPr lang="de-DE" noProof="0" dirty="0"/>
              <a:t> </a:t>
            </a:r>
            <a:r>
              <a:rPr lang="de-DE" noProof="0" dirty="0" err="1"/>
              <a:t>icon</a:t>
            </a:r>
            <a:r>
              <a:rPr lang="de-DE" noProof="0" dirty="0"/>
              <a:t> in </a:t>
            </a:r>
            <a:r>
              <a:rPr lang="de-DE" noProof="0" dirty="0" err="1"/>
              <a:t>the</a:t>
            </a:r>
            <a:r>
              <a:rPr lang="de-DE" noProof="0" dirty="0"/>
              <a:t> </a:t>
            </a:r>
            <a:r>
              <a:rPr lang="de-DE" noProof="0" dirty="0" err="1"/>
              <a:t>middle</a:t>
            </a:r>
            <a:r>
              <a:rPr lang="de-DE" noProof="0" dirty="0"/>
              <a:t> </a:t>
            </a:r>
            <a:r>
              <a:rPr lang="de-DE" noProof="0" dirty="0" err="1"/>
              <a:t>of</a:t>
            </a:r>
            <a:r>
              <a:rPr lang="de-DE" noProof="0" dirty="0"/>
              <a:t> </a:t>
            </a:r>
            <a:r>
              <a:rPr lang="de-DE" noProof="0" dirty="0" err="1"/>
              <a:t>the</a:t>
            </a:r>
            <a:r>
              <a:rPr lang="de-DE" noProof="0" dirty="0"/>
              <a:t> </a:t>
            </a:r>
            <a:r>
              <a:rPr lang="de-DE" noProof="0" dirty="0" err="1"/>
              <a:t>placeholder</a:t>
            </a:r>
            <a:r>
              <a:rPr lang="de-DE" noProof="0" dirty="0"/>
              <a:t>.</a:t>
            </a:r>
          </a:p>
          <a:p>
            <a:pPr lvl="1"/>
            <a:r>
              <a:rPr lang="de-DE" noProof="0" dirty="0"/>
              <a:t>Second </a:t>
            </a:r>
            <a:r>
              <a:rPr lang="de-DE" noProof="0" dirty="0" err="1"/>
              <a:t>level</a:t>
            </a:r>
            <a:endParaRPr lang="de-DE" noProof="0" dirty="0"/>
          </a:p>
          <a:p>
            <a:pPr lvl="2"/>
            <a:r>
              <a:rPr lang="de-DE" noProof="0" dirty="0"/>
              <a:t>Third </a:t>
            </a:r>
            <a:r>
              <a:rPr lang="de-DE" noProof="0" dirty="0" err="1"/>
              <a:t>level</a:t>
            </a:r>
            <a:endParaRPr lang="de-DE" noProof="0" dirty="0"/>
          </a:p>
          <a:p>
            <a:pPr lvl="3"/>
            <a:r>
              <a:rPr lang="de-DE" noProof="0" dirty="0"/>
              <a:t>Forth </a:t>
            </a:r>
            <a:r>
              <a:rPr lang="de-DE" noProof="0" dirty="0" err="1"/>
              <a:t>level</a:t>
            </a:r>
            <a:endParaRPr lang="de-DE" noProof="0" dirty="0"/>
          </a:p>
          <a:p>
            <a:pPr lvl="4"/>
            <a:r>
              <a:rPr lang="de-DE" noProof="0" dirty="0" err="1"/>
              <a:t>Fifth</a:t>
            </a:r>
            <a:r>
              <a:rPr lang="de-DE" noProof="0" dirty="0"/>
              <a:t> </a:t>
            </a:r>
            <a:r>
              <a:rPr lang="de-DE" noProof="0" dirty="0" err="1"/>
              <a:t>level</a:t>
            </a:r>
            <a:endParaRPr lang="de-DE" noProof="0" dirty="0"/>
          </a:p>
          <a:p>
            <a:pPr lvl="4"/>
            <a:endParaRPr lang="de-DE" noProof="0" dirty="0"/>
          </a:p>
        </p:txBody>
      </p:sp>
      <p:sp>
        <p:nvSpPr>
          <p:cNvPr id="4" name="Inhaltsplatzhalter 1"/>
          <p:cNvSpPr>
            <a:spLocks noGrp="1"/>
          </p:cNvSpPr>
          <p:nvPr>
            <p:ph sz="quarter" idx="10" hasCustomPrompt="1"/>
          </p:nvPr>
        </p:nvSpPr>
        <p:spPr>
          <a:xfrm>
            <a:off x="488947" y="1413932"/>
            <a:ext cx="5396342" cy="2338852"/>
          </a:xfrm>
        </p:spPr>
        <p:txBody>
          <a:bodyPr/>
          <a:lstStyle>
            <a:lvl1pPr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/>
            </a:lvl1pPr>
            <a:lvl2pPr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/>
            </a:lvl2pPr>
            <a:lvl3pPr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/>
            </a:lvl3pPr>
            <a:lvl4pPr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/>
            </a:lvl4pPr>
            <a:lvl5pPr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/>
            </a:lvl5pPr>
          </a:lstStyle>
          <a:p>
            <a:pPr lvl="0"/>
            <a:r>
              <a:rPr lang="de-DE" noProof="0" dirty="0"/>
              <a:t>Click </a:t>
            </a:r>
            <a:r>
              <a:rPr lang="de-DE" noProof="0" dirty="0" err="1"/>
              <a:t>to</a:t>
            </a:r>
            <a:r>
              <a:rPr lang="de-DE" noProof="0" dirty="0"/>
              <a:t> </a:t>
            </a:r>
            <a:r>
              <a:rPr lang="de-DE" noProof="0" dirty="0" err="1"/>
              <a:t>edit</a:t>
            </a:r>
            <a:r>
              <a:rPr lang="de-DE" noProof="0" dirty="0"/>
              <a:t> </a:t>
            </a:r>
            <a:r>
              <a:rPr lang="de-DE" noProof="0" dirty="0" err="1"/>
              <a:t>text</a:t>
            </a:r>
            <a:r>
              <a:rPr lang="de-DE" noProof="0" dirty="0"/>
              <a:t>. </a:t>
            </a:r>
            <a:r>
              <a:rPr lang="de-DE" noProof="0" dirty="0" err="1"/>
              <a:t>To</a:t>
            </a:r>
            <a:r>
              <a:rPr lang="de-DE" noProof="0" dirty="0"/>
              <a:t> </a:t>
            </a:r>
            <a:r>
              <a:rPr lang="de-DE" noProof="0" dirty="0" err="1"/>
              <a:t>insert</a:t>
            </a:r>
            <a:r>
              <a:rPr lang="de-DE" noProof="0" dirty="0"/>
              <a:t> </a:t>
            </a:r>
            <a:r>
              <a:rPr lang="de-DE" noProof="0" dirty="0" err="1"/>
              <a:t>content</a:t>
            </a:r>
            <a:r>
              <a:rPr lang="de-DE" noProof="0" dirty="0"/>
              <a:t> like a </a:t>
            </a:r>
            <a:r>
              <a:rPr lang="de-DE" noProof="0" dirty="0" err="1"/>
              <a:t>table</a:t>
            </a:r>
            <a:r>
              <a:rPr lang="de-DE" noProof="0" dirty="0"/>
              <a:t> </a:t>
            </a:r>
            <a:r>
              <a:rPr lang="de-DE" noProof="0" dirty="0" err="1"/>
              <a:t>or</a:t>
            </a:r>
            <a:r>
              <a:rPr lang="de-DE" noProof="0" dirty="0"/>
              <a:t> </a:t>
            </a:r>
            <a:r>
              <a:rPr lang="de-DE" noProof="0" dirty="0" err="1"/>
              <a:t>diagram</a:t>
            </a:r>
            <a:r>
              <a:rPr lang="de-DE" noProof="0" dirty="0"/>
              <a:t> just </a:t>
            </a:r>
            <a:r>
              <a:rPr lang="de-DE" noProof="0" dirty="0" err="1"/>
              <a:t>click</a:t>
            </a:r>
            <a:r>
              <a:rPr lang="de-DE" noProof="0" dirty="0"/>
              <a:t> </a:t>
            </a:r>
            <a:r>
              <a:rPr lang="de-DE" noProof="0" dirty="0" err="1"/>
              <a:t>the</a:t>
            </a:r>
            <a:r>
              <a:rPr lang="de-DE" noProof="0" dirty="0"/>
              <a:t> </a:t>
            </a:r>
            <a:r>
              <a:rPr lang="de-DE" noProof="0" dirty="0" err="1"/>
              <a:t>icon</a:t>
            </a:r>
            <a:r>
              <a:rPr lang="de-DE" noProof="0" dirty="0"/>
              <a:t> in </a:t>
            </a:r>
            <a:r>
              <a:rPr lang="de-DE" noProof="0" dirty="0" err="1"/>
              <a:t>the</a:t>
            </a:r>
            <a:r>
              <a:rPr lang="de-DE" noProof="0" dirty="0"/>
              <a:t> </a:t>
            </a:r>
            <a:r>
              <a:rPr lang="de-DE" noProof="0" dirty="0" err="1"/>
              <a:t>middle</a:t>
            </a:r>
            <a:r>
              <a:rPr lang="de-DE" noProof="0" dirty="0"/>
              <a:t> </a:t>
            </a:r>
            <a:r>
              <a:rPr lang="de-DE" noProof="0" dirty="0" err="1"/>
              <a:t>of</a:t>
            </a:r>
            <a:r>
              <a:rPr lang="de-DE" noProof="0" dirty="0"/>
              <a:t> </a:t>
            </a:r>
            <a:r>
              <a:rPr lang="de-DE" noProof="0" dirty="0" err="1"/>
              <a:t>the</a:t>
            </a:r>
            <a:r>
              <a:rPr lang="de-DE" noProof="0" dirty="0"/>
              <a:t> </a:t>
            </a:r>
            <a:r>
              <a:rPr lang="de-DE" noProof="0" dirty="0" err="1"/>
              <a:t>placeholder</a:t>
            </a:r>
            <a:r>
              <a:rPr lang="de-DE" noProof="0" dirty="0"/>
              <a:t>.</a:t>
            </a:r>
          </a:p>
          <a:p>
            <a:pPr lvl="1"/>
            <a:r>
              <a:rPr lang="de-DE" noProof="0" dirty="0"/>
              <a:t>Second </a:t>
            </a:r>
            <a:r>
              <a:rPr lang="de-DE" noProof="0" dirty="0" err="1"/>
              <a:t>level</a:t>
            </a:r>
            <a:endParaRPr lang="de-DE" noProof="0" dirty="0"/>
          </a:p>
          <a:p>
            <a:pPr lvl="2"/>
            <a:r>
              <a:rPr lang="de-DE" noProof="0" dirty="0"/>
              <a:t>Third </a:t>
            </a:r>
            <a:r>
              <a:rPr lang="de-DE" noProof="0" dirty="0" err="1"/>
              <a:t>level</a:t>
            </a:r>
            <a:endParaRPr lang="de-DE" noProof="0" dirty="0"/>
          </a:p>
          <a:p>
            <a:pPr lvl="3"/>
            <a:r>
              <a:rPr lang="de-DE" noProof="0" dirty="0"/>
              <a:t>Forth </a:t>
            </a:r>
            <a:r>
              <a:rPr lang="de-DE" noProof="0" dirty="0" err="1"/>
              <a:t>level</a:t>
            </a:r>
            <a:endParaRPr lang="de-DE" noProof="0" dirty="0"/>
          </a:p>
          <a:p>
            <a:pPr lvl="4"/>
            <a:r>
              <a:rPr lang="de-DE" noProof="0" dirty="0" err="1"/>
              <a:t>Fifth</a:t>
            </a:r>
            <a:r>
              <a:rPr lang="de-DE" noProof="0" dirty="0"/>
              <a:t> </a:t>
            </a:r>
            <a:r>
              <a:rPr lang="de-DE" noProof="0" dirty="0" err="1"/>
              <a:t>level</a:t>
            </a:r>
            <a:endParaRPr lang="de-DE" noProof="0" dirty="0"/>
          </a:p>
          <a:p>
            <a:pPr lvl="4"/>
            <a:endParaRPr lang="de-DE" noProof="0" dirty="0"/>
          </a:p>
        </p:txBody>
      </p:sp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488947" y="347184"/>
            <a:ext cx="11224684" cy="400110"/>
          </a:xfrm>
        </p:spPr>
        <p:txBody>
          <a:bodyPr vert="horz"/>
          <a:lstStyle>
            <a:lvl1pPr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/>
            </a:lvl1pPr>
          </a:lstStyle>
          <a:p>
            <a:r>
              <a:rPr lang="de-DE" noProof="0" dirty="0"/>
              <a:t>Click </a:t>
            </a:r>
            <a:r>
              <a:rPr lang="de-DE" noProof="0" dirty="0" err="1"/>
              <a:t>to</a:t>
            </a:r>
            <a:r>
              <a:rPr lang="de-DE" noProof="0" dirty="0"/>
              <a:t> </a:t>
            </a:r>
            <a:r>
              <a:rPr lang="de-DE" noProof="0" dirty="0" err="1"/>
              <a:t>edit</a:t>
            </a:r>
            <a:r>
              <a:rPr lang="de-DE" noProof="0" dirty="0"/>
              <a:t> Action Title. 26pt. All Caps. </a:t>
            </a:r>
            <a:r>
              <a:rPr lang="de-DE" noProof="0" dirty="0" err="1"/>
              <a:t>Two</a:t>
            </a:r>
            <a:r>
              <a:rPr lang="de-DE" noProof="0" dirty="0"/>
              <a:t> </a:t>
            </a:r>
            <a:r>
              <a:rPr lang="de-DE" noProof="0" dirty="0" err="1"/>
              <a:t>lines</a:t>
            </a:r>
            <a:r>
              <a:rPr lang="de-DE" noProof="0" dirty="0"/>
              <a:t> maximum.</a:t>
            </a:r>
          </a:p>
        </p:txBody>
      </p:sp>
    </p:spTree>
    <p:extLst>
      <p:ext uri="{BB962C8B-B14F-4D97-AF65-F5344CB8AC3E}">
        <p14:creationId xmlns:p14="http://schemas.microsoft.com/office/powerpoint/2010/main" val="139789542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3" pos="3711" userDrawn="1">
          <p15:clr>
            <a:srgbClr val="FBAE40"/>
          </p15:clr>
        </p15:guide>
        <p15:guide id="14" pos="3977" userDrawn="1">
          <p15:clr>
            <a:srgbClr val="FBAE40"/>
          </p15:clr>
        </p15:guide>
        <p15:guide id="15" orient="horz" pos="2365" userDrawn="1">
          <p15:clr>
            <a:srgbClr val="FBAE40"/>
          </p15:clr>
        </p15:guide>
        <p15:guide id="16" orient="horz" pos="2500" userDrawn="1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| Are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kt 4" hidden="1">
            <a:extLst>
              <a:ext uri="{FF2B5EF4-FFF2-40B4-BE49-F238E27FC236}">
                <a16:creationId xmlns:a16="http://schemas.microsoft.com/office/drawing/2014/main" id="{54C7F330-3D64-4FB0-93F8-C1BA49AFA826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09253576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344" imgH="344" progId="TCLayout.ActiveDocument.1">
                  <p:embed/>
                </p:oleObj>
              </mc:Choice>
              <mc:Fallback>
                <p:oleObj name="think-cell Folie" r:id="rId3" imgW="344" imgH="344" progId="TCLayout.ActiveDocument.1">
                  <p:embed/>
                  <p:pic>
                    <p:nvPicPr>
                      <p:cNvPr id="5" name="Objekt 4" hidden="1">
                        <a:extLst>
                          <a:ext uri="{FF2B5EF4-FFF2-40B4-BE49-F238E27FC236}">
                            <a16:creationId xmlns:a16="http://schemas.microsoft.com/office/drawing/2014/main" id="{54C7F330-3D64-4FB0-93F8-C1BA49AFA82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488947" y="347184"/>
            <a:ext cx="11224684" cy="400110"/>
          </a:xfrm>
        </p:spPr>
        <p:txBody>
          <a:bodyPr vert="horz"/>
          <a:lstStyle>
            <a:lvl1pPr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>
                <a:tab pos="4927600" algn="l"/>
              </a:tabLst>
              <a:defRPr/>
            </a:lvl1pPr>
          </a:lstStyle>
          <a:p>
            <a:r>
              <a:rPr lang="de-DE" noProof="0" dirty="0"/>
              <a:t>Click </a:t>
            </a:r>
            <a:r>
              <a:rPr lang="de-DE" noProof="0" dirty="0" err="1"/>
              <a:t>to</a:t>
            </a:r>
            <a:r>
              <a:rPr lang="de-DE" noProof="0" dirty="0"/>
              <a:t> </a:t>
            </a:r>
            <a:r>
              <a:rPr lang="de-DE" noProof="0" dirty="0" err="1"/>
              <a:t>edit</a:t>
            </a:r>
            <a:r>
              <a:rPr lang="de-DE" noProof="0" dirty="0"/>
              <a:t> Action Title. 26pt. All Caps. </a:t>
            </a:r>
            <a:r>
              <a:rPr lang="de-DE" noProof="0" dirty="0" err="1"/>
              <a:t>Two</a:t>
            </a:r>
            <a:r>
              <a:rPr lang="de-DE" noProof="0" dirty="0"/>
              <a:t> </a:t>
            </a:r>
            <a:r>
              <a:rPr lang="de-DE" noProof="0" dirty="0" err="1"/>
              <a:t>lines</a:t>
            </a:r>
            <a:r>
              <a:rPr lang="de-DE" noProof="0" dirty="0"/>
              <a:t> maximum.</a:t>
            </a:r>
          </a:p>
        </p:txBody>
      </p:sp>
      <p:sp>
        <p:nvSpPr>
          <p:cNvPr id="3" name="Rechteck 2">
            <a:extLst>
              <a:ext uri="{FF2B5EF4-FFF2-40B4-BE49-F238E27FC236}">
                <a16:creationId xmlns:a16="http://schemas.microsoft.com/office/drawing/2014/main" id="{1DF2DED3-0602-4827-AE5B-D7DA542659F4}"/>
              </a:ext>
            </a:extLst>
          </p:cNvPr>
          <p:cNvSpPr>
            <a:spLocks/>
          </p:cNvSpPr>
          <p:nvPr userDrawn="1"/>
        </p:nvSpPr>
        <p:spPr>
          <a:xfrm>
            <a:off x="0" y="1244598"/>
            <a:ext cx="12192000" cy="5326065"/>
          </a:xfrm>
          <a:prstGeom prst="rect">
            <a:avLst/>
          </a:prstGeom>
          <a:gradFill>
            <a:gsLst>
              <a:gs pos="1000">
                <a:schemeClr val="accent4"/>
              </a:gs>
              <a:gs pos="100000">
                <a:schemeClr val="accent6"/>
              </a:gs>
            </a:gsLst>
            <a:lin ang="5400000" scaled="0"/>
          </a:gradFill>
        </p:spPr>
        <p:txBody>
          <a:bodyPr vert="horz" lIns="0" tIns="0" rIns="0" bIns="720000" rtlCol="0" anchor="ctr" anchorCtr="0">
            <a:noAutofit/>
          </a:bodyPr>
          <a:lstStyle/>
          <a:p>
            <a:pPr lvl="0" indent="0"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 typeface="Wingdings" panose="05000000000000000000" pitchFamily="2" charset="2"/>
              <a:buNone/>
            </a:pPr>
            <a:endParaRPr lang="de-DE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0678849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| Area DAR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kt 4" hidden="1">
            <a:extLst>
              <a:ext uri="{FF2B5EF4-FFF2-40B4-BE49-F238E27FC236}">
                <a16:creationId xmlns:a16="http://schemas.microsoft.com/office/drawing/2014/main" id="{54C7F330-3D64-4FB0-93F8-C1BA49AFA826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09253576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344" imgH="344" progId="TCLayout.ActiveDocument.1">
                  <p:embed/>
                </p:oleObj>
              </mc:Choice>
              <mc:Fallback>
                <p:oleObj name="think-cell Folie" r:id="rId3" imgW="344" imgH="344" progId="TCLayout.ActiveDocument.1">
                  <p:embed/>
                  <p:pic>
                    <p:nvPicPr>
                      <p:cNvPr id="5" name="Objekt 4" hidden="1">
                        <a:extLst>
                          <a:ext uri="{FF2B5EF4-FFF2-40B4-BE49-F238E27FC236}">
                            <a16:creationId xmlns:a16="http://schemas.microsoft.com/office/drawing/2014/main" id="{54C7F330-3D64-4FB0-93F8-C1BA49AFA82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488947" y="347184"/>
            <a:ext cx="11224684" cy="400110"/>
          </a:xfrm>
        </p:spPr>
        <p:txBody>
          <a:bodyPr vert="horz"/>
          <a:lstStyle>
            <a:lvl1pPr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>
                <a:tab pos="4927600" algn="l"/>
              </a:tabLst>
              <a:defRPr/>
            </a:lvl1pPr>
          </a:lstStyle>
          <a:p>
            <a:r>
              <a:rPr lang="de-DE" noProof="0" dirty="0"/>
              <a:t>Click </a:t>
            </a:r>
            <a:r>
              <a:rPr lang="de-DE" noProof="0" dirty="0" err="1"/>
              <a:t>to</a:t>
            </a:r>
            <a:r>
              <a:rPr lang="de-DE" noProof="0" dirty="0"/>
              <a:t> </a:t>
            </a:r>
            <a:r>
              <a:rPr lang="de-DE" noProof="0" dirty="0" err="1"/>
              <a:t>edit</a:t>
            </a:r>
            <a:r>
              <a:rPr lang="de-DE" noProof="0" dirty="0"/>
              <a:t> Action Title. 26pt. All Caps. </a:t>
            </a:r>
            <a:r>
              <a:rPr lang="de-DE" noProof="0" dirty="0" err="1"/>
              <a:t>Two</a:t>
            </a:r>
            <a:r>
              <a:rPr lang="de-DE" noProof="0" dirty="0"/>
              <a:t> </a:t>
            </a:r>
            <a:r>
              <a:rPr lang="de-DE" noProof="0" dirty="0" err="1"/>
              <a:t>lines</a:t>
            </a:r>
            <a:r>
              <a:rPr lang="de-DE" noProof="0" dirty="0"/>
              <a:t> maximum.</a:t>
            </a:r>
          </a:p>
        </p:txBody>
      </p:sp>
      <p:sp>
        <p:nvSpPr>
          <p:cNvPr id="3" name="Rechteck 2">
            <a:extLst>
              <a:ext uri="{FF2B5EF4-FFF2-40B4-BE49-F238E27FC236}">
                <a16:creationId xmlns:a16="http://schemas.microsoft.com/office/drawing/2014/main" id="{1DF2DED3-0602-4827-AE5B-D7DA542659F4}"/>
              </a:ext>
            </a:extLst>
          </p:cNvPr>
          <p:cNvSpPr>
            <a:spLocks/>
          </p:cNvSpPr>
          <p:nvPr userDrawn="1"/>
        </p:nvSpPr>
        <p:spPr>
          <a:xfrm>
            <a:off x="0" y="1244598"/>
            <a:ext cx="12192000" cy="5326065"/>
          </a:xfrm>
          <a:prstGeom prst="rect">
            <a:avLst/>
          </a:prstGeom>
          <a:gradFill>
            <a:gsLst>
              <a:gs pos="1000">
                <a:schemeClr val="tx2"/>
              </a:gs>
              <a:gs pos="100000">
                <a:schemeClr val="tx2">
                  <a:lumMod val="50000"/>
                </a:schemeClr>
              </a:gs>
            </a:gsLst>
            <a:lin ang="5400000" scaled="0"/>
          </a:gradFill>
        </p:spPr>
        <p:txBody>
          <a:bodyPr vert="horz" lIns="0" tIns="0" rIns="0" bIns="720000" rtlCol="0" anchor="ctr" anchorCtr="0">
            <a:noAutofit/>
          </a:bodyPr>
          <a:lstStyle/>
          <a:p>
            <a:pPr lvl="0" indent="0"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 typeface="Wingdings" panose="05000000000000000000" pitchFamily="2" charset="2"/>
              <a:buNone/>
            </a:pPr>
            <a:endParaRPr lang="de-DE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0423166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| Picture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kt 4" hidden="1">
            <a:extLst>
              <a:ext uri="{FF2B5EF4-FFF2-40B4-BE49-F238E27FC236}">
                <a16:creationId xmlns:a16="http://schemas.microsoft.com/office/drawing/2014/main" id="{F2FD9A65-9362-4228-B368-164FA84D1704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5652509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344" imgH="344" progId="TCLayout.ActiveDocument.1">
                  <p:embed/>
                </p:oleObj>
              </mc:Choice>
              <mc:Fallback>
                <p:oleObj name="think-cell Folie" r:id="rId3" imgW="344" imgH="344" progId="TCLayout.ActiveDocument.1">
                  <p:embed/>
                  <p:pic>
                    <p:nvPicPr>
                      <p:cNvPr id="5" name="Objekt 4" hidden="1">
                        <a:extLst>
                          <a:ext uri="{FF2B5EF4-FFF2-40B4-BE49-F238E27FC236}">
                            <a16:creationId xmlns:a16="http://schemas.microsoft.com/office/drawing/2014/main" id="{F2FD9A65-9362-4228-B368-164FA84D170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Inhaltsplatzhalter 1"/>
          <p:cNvSpPr>
            <a:spLocks noGrp="1"/>
          </p:cNvSpPr>
          <p:nvPr>
            <p:ph sz="quarter" idx="10" hasCustomPrompt="1"/>
          </p:nvPr>
        </p:nvSpPr>
        <p:spPr>
          <a:xfrm>
            <a:off x="6316130" y="1413933"/>
            <a:ext cx="5397501" cy="4894792"/>
          </a:xfrm>
        </p:spPr>
        <p:txBody>
          <a:bodyPr/>
          <a:lstStyle>
            <a:lvl1pPr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/>
            </a:lvl1pPr>
            <a:lvl2pPr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/>
            </a:lvl2pPr>
            <a:lvl3pPr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/>
            </a:lvl3pPr>
            <a:lvl4pPr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/>
            </a:lvl4pPr>
            <a:lvl5pPr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/>
            </a:lvl5pPr>
          </a:lstStyle>
          <a:p>
            <a:pPr lvl="0"/>
            <a:r>
              <a:rPr lang="de-DE" noProof="0" dirty="0"/>
              <a:t>Click </a:t>
            </a:r>
            <a:r>
              <a:rPr lang="de-DE" noProof="0" dirty="0" err="1"/>
              <a:t>to</a:t>
            </a:r>
            <a:r>
              <a:rPr lang="de-DE" noProof="0" dirty="0"/>
              <a:t> </a:t>
            </a:r>
            <a:r>
              <a:rPr lang="de-DE" noProof="0" dirty="0" err="1"/>
              <a:t>edit</a:t>
            </a:r>
            <a:r>
              <a:rPr lang="de-DE" noProof="0" dirty="0"/>
              <a:t> </a:t>
            </a:r>
            <a:r>
              <a:rPr lang="de-DE" noProof="0" dirty="0" err="1"/>
              <a:t>text</a:t>
            </a:r>
            <a:r>
              <a:rPr lang="de-DE" noProof="0" dirty="0"/>
              <a:t>. </a:t>
            </a:r>
            <a:r>
              <a:rPr lang="de-DE" noProof="0" dirty="0" err="1"/>
              <a:t>To</a:t>
            </a:r>
            <a:r>
              <a:rPr lang="de-DE" noProof="0" dirty="0"/>
              <a:t> </a:t>
            </a:r>
            <a:r>
              <a:rPr lang="de-DE" noProof="0" dirty="0" err="1"/>
              <a:t>insert</a:t>
            </a:r>
            <a:r>
              <a:rPr lang="de-DE" noProof="0" dirty="0"/>
              <a:t> </a:t>
            </a:r>
            <a:r>
              <a:rPr lang="de-DE" noProof="0" dirty="0" err="1"/>
              <a:t>content</a:t>
            </a:r>
            <a:r>
              <a:rPr lang="de-DE" noProof="0" dirty="0"/>
              <a:t> like a </a:t>
            </a:r>
            <a:r>
              <a:rPr lang="de-DE" noProof="0" dirty="0" err="1"/>
              <a:t>table</a:t>
            </a:r>
            <a:r>
              <a:rPr lang="de-DE" noProof="0" dirty="0"/>
              <a:t> </a:t>
            </a:r>
            <a:r>
              <a:rPr lang="de-DE" noProof="0" dirty="0" err="1"/>
              <a:t>or</a:t>
            </a:r>
            <a:r>
              <a:rPr lang="de-DE" noProof="0" dirty="0"/>
              <a:t> </a:t>
            </a:r>
            <a:r>
              <a:rPr lang="de-DE" noProof="0" dirty="0" err="1"/>
              <a:t>diagram</a:t>
            </a:r>
            <a:r>
              <a:rPr lang="de-DE" noProof="0" dirty="0"/>
              <a:t> just </a:t>
            </a:r>
            <a:r>
              <a:rPr lang="de-DE" noProof="0" dirty="0" err="1"/>
              <a:t>click</a:t>
            </a:r>
            <a:r>
              <a:rPr lang="de-DE" noProof="0" dirty="0"/>
              <a:t> </a:t>
            </a:r>
            <a:r>
              <a:rPr lang="de-DE" noProof="0" dirty="0" err="1"/>
              <a:t>the</a:t>
            </a:r>
            <a:r>
              <a:rPr lang="de-DE" noProof="0" dirty="0"/>
              <a:t> </a:t>
            </a:r>
            <a:r>
              <a:rPr lang="de-DE" noProof="0" dirty="0" err="1"/>
              <a:t>icon</a:t>
            </a:r>
            <a:r>
              <a:rPr lang="de-DE" noProof="0" dirty="0"/>
              <a:t> in </a:t>
            </a:r>
            <a:r>
              <a:rPr lang="de-DE" noProof="0" dirty="0" err="1"/>
              <a:t>the</a:t>
            </a:r>
            <a:r>
              <a:rPr lang="de-DE" noProof="0" dirty="0"/>
              <a:t> </a:t>
            </a:r>
            <a:r>
              <a:rPr lang="de-DE" noProof="0" dirty="0" err="1"/>
              <a:t>middle</a:t>
            </a:r>
            <a:r>
              <a:rPr lang="de-DE" noProof="0" dirty="0"/>
              <a:t> </a:t>
            </a:r>
            <a:r>
              <a:rPr lang="de-DE" noProof="0" dirty="0" err="1"/>
              <a:t>of</a:t>
            </a:r>
            <a:r>
              <a:rPr lang="de-DE" noProof="0" dirty="0"/>
              <a:t> </a:t>
            </a:r>
            <a:r>
              <a:rPr lang="de-DE" noProof="0" dirty="0" err="1"/>
              <a:t>the</a:t>
            </a:r>
            <a:r>
              <a:rPr lang="de-DE" noProof="0" dirty="0"/>
              <a:t> </a:t>
            </a:r>
            <a:r>
              <a:rPr lang="de-DE" noProof="0" dirty="0" err="1"/>
              <a:t>placeholder</a:t>
            </a:r>
            <a:r>
              <a:rPr lang="de-DE" noProof="0" dirty="0"/>
              <a:t>.</a:t>
            </a:r>
          </a:p>
          <a:p>
            <a:pPr lvl="1"/>
            <a:r>
              <a:rPr lang="de-DE" noProof="0" dirty="0"/>
              <a:t>Second </a:t>
            </a:r>
            <a:r>
              <a:rPr lang="de-DE" noProof="0" dirty="0" err="1"/>
              <a:t>level</a:t>
            </a:r>
            <a:endParaRPr lang="de-DE" noProof="0" dirty="0"/>
          </a:p>
          <a:p>
            <a:pPr lvl="2"/>
            <a:r>
              <a:rPr lang="de-DE" noProof="0" dirty="0"/>
              <a:t>Third </a:t>
            </a:r>
            <a:r>
              <a:rPr lang="de-DE" noProof="0" dirty="0" err="1"/>
              <a:t>level</a:t>
            </a:r>
            <a:endParaRPr lang="de-DE" noProof="0" dirty="0"/>
          </a:p>
          <a:p>
            <a:pPr lvl="3"/>
            <a:r>
              <a:rPr lang="de-DE" noProof="0" dirty="0"/>
              <a:t>Forth </a:t>
            </a:r>
            <a:r>
              <a:rPr lang="de-DE" noProof="0" dirty="0" err="1"/>
              <a:t>level</a:t>
            </a:r>
            <a:endParaRPr lang="de-DE" noProof="0" dirty="0"/>
          </a:p>
          <a:p>
            <a:pPr lvl="4"/>
            <a:r>
              <a:rPr lang="de-DE" noProof="0" dirty="0" err="1"/>
              <a:t>Fifth</a:t>
            </a:r>
            <a:r>
              <a:rPr lang="de-DE" noProof="0" dirty="0"/>
              <a:t> </a:t>
            </a:r>
            <a:r>
              <a:rPr lang="de-DE" noProof="0" dirty="0" err="1"/>
              <a:t>level</a:t>
            </a:r>
            <a:endParaRPr lang="de-DE" noProof="0" dirty="0"/>
          </a:p>
          <a:p>
            <a:pPr lvl="4"/>
            <a:endParaRPr lang="de-DE" noProof="0" dirty="0"/>
          </a:p>
        </p:txBody>
      </p:sp>
      <p:sp>
        <p:nvSpPr>
          <p:cNvPr id="4" name="Bildplatzhalter 1">
            <a:extLst>
              <a:ext uri="{FF2B5EF4-FFF2-40B4-BE49-F238E27FC236}">
                <a16:creationId xmlns:a16="http://schemas.microsoft.com/office/drawing/2014/main" id="{5730C142-F37E-4F0E-997D-1B4882F0DF69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0" y="1413933"/>
            <a:ext cx="5886447" cy="4894792"/>
          </a:xfrm>
          <a:pattFill prst="dkUpDiag">
            <a:fgClr>
              <a:schemeClr val="accent1"/>
            </a:fgClr>
            <a:bgClr>
              <a:schemeClr val="bg1"/>
            </a:bgClr>
          </a:pattFill>
        </p:spPr>
        <p:txBody>
          <a:bodyPr bIns="720000" anchor="ctr" anchorCtr="1"/>
          <a:lstStyle>
            <a:lvl1pPr marL="0" indent="0">
              <a:buFontTx/>
              <a:buNone/>
              <a:defRPr/>
            </a:lvl1pPr>
          </a:lstStyle>
          <a:p>
            <a:r>
              <a:rPr lang="de-DE" dirty="0"/>
              <a:t>Click </a:t>
            </a:r>
            <a:r>
              <a:rPr lang="de-DE" dirty="0" err="1"/>
              <a:t>to</a:t>
            </a:r>
            <a:r>
              <a:rPr lang="de-DE" dirty="0"/>
              <a:t> </a:t>
            </a:r>
            <a:r>
              <a:rPr lang="de-DE" dirty="0" err="1"/>
              <a:t>add</a:t>
            </a:r>
            <a:r>
              <a:rPr lang="de-DE" dirty="0"/>
              <a:t> </a:t>
            </a:r>
            <a:r>
              <a:rPr lang="de-DE" dirty="0" err="1"/>
              <a:t>picture</a:t>
            </a:r>
            <a:r>
              <a:rPr lang="de-DE" dirty="0"/>
              <a:t>. </a:t>
            </a:r>
          </a:p>
        </p:txBody>
      </p:sp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488947" y="347184"/>
            <a:ext cx="11224684" cy="400110"/>
          </a:xfrm>
        </p:spPr>
        <p:txBody>
          <a:bodyPr vert="horz"/>
          <a:lstStyle>
            <a:lvl1pPr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/>
            </a:lvl1pPr>
          </a:lstStyle>
          <a:p>
            <a:r>
              <a:rPr lang="de-DE" noProof="0" dirty="0"/>
              <a:t>Click </a:t>
            </a:r>
            <a:r>
              <a:rPr lang="de-DE" noProof="0" dirty="0" err="1"/>
              <a:t>to</a:t>
            </a:r>
            <a:r>
              <a:rPr lang="de-DE" noProof="0" dirty="0"/>
              <a:t> </a:t>
            </a:r>
            <a:r>
              <a:rPr lang="de-DE" noProof="0" dirty="0" err="1"/>
              <a:t>edit</a:t>
            </a:r>
            <a:r>
              <a:rPr lang="de-DE" noProof="0" dirty="0"/>
              <a:t> Action Title. 26pt. All Caps. </a:t>
            </a:r>
            <a:r>
              <a:rPr lang="de-DE" noProof="0" dirty="0" err="1"/>
              <a:t>Two</a:t>
            </a:r>
            <a:r>
              <a:rPr lang="de-DE" noProof="0" dirty="0"/>
              <a:t> </a:t>
            </a:r>
            <a:r>
              <a:rPr lang="de-DE" noProof="0" dirty="0" err="1"/>
              <a:t>lines</a:t>
            </a:r>
            <a:r>
              <a:rPr lang="de-DE" noProof="0" dirty="0"/>
              <a:t> maximum.</a:t>
            </a:r>
          </a:p>
        </p:txBody>
      </p:sp>
    </p:spTree>
    <p:extLst>
      <p:ext uri="{BB962C8B-B14F-4D97-AF65-F5344CB8AC3E}">
        <p14:creationId xmlns:p14="http://schemas.microsoft.com/office/powerpoint/2010/main" val="362744170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1" pos="3713" userDrawn="1">
          <p15:clr>
            <a:srgbClr val="FBAE40"/>
          </p15:clr>
        </p15:guide>
        <p15:guide id="12" pos="3969" userDrawn="1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| Picture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kt 3" hidden="1">
            <a:extLst>
              <a:ext uri="{FF2B5EF4-FFF2-40B4-BE49-F238E27FC236}">
                <a16:creationId xmlns:a16="http://schemas.microsoft.com/office/drawing/2014/main" id="{4E3B85CB-7648-45C2-8AA4-9F501EFD0459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86475262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344" imgH="344" progId="TCLayout.ActiveDocument.1">
                  <p:embed/>
                </p:oleObj>
              </mc:Choice>
              <mc:Fallback>
                <p:oleObj name="think-cell Folie" r:id="rId3" imgW="344" imgH="344" progId="TCLayout.ActiveDocument.1">
                  <p:embed/>
                  <p:pic>
                    <p:nvPicPr>
                      <p:cNvPr id="4" name="Objekt 3" hidden="1">
                        <a:extLst>
                          <a:ext uri="{FF2B5EF4-FFF2-40B4-BE49-F238E27FC236}">
                            <a16:creationId xmlns:a16="http://schemas.microsoft.com/office/drawing/2014/main" id="{4E3B85CB-7648-45C2-8AA4-9F501EFD045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Inhaltsplatzhalter 1"/>
          <p:cNvSpPr>
            <a:spLocks noGrp="1"/>
          </p:cNvSpPr>
          <p:nvPr>
            <p:ph sz="quarter" idx="10" hasCustomPrompt="1"/>
          </p:nvPr>
        </p:nvSpPr>
        <p:spPr>
          <a:xfrm>
            <a:off x="488947" y="1413933"/>
            <a:ext cx="5397501" cy="4894792"/>
          </a:xfrm>
        </p:spPr>
        <p:txBody>
          <a:bodyPr/>
          <a:lstStyle>
            <a:lvl1pPr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/>
            </a:lvl1pPr>
            <a:lvl2pPr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/>
            </a:lvl2pPr>
            <a:lvl3pPr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/>
            </a:lvl3pPr>
            <a:lvl4pPr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/>
            </a:lvl4pPr>
            <a:lvl5pPr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/>
            </a:lvl5pPr>
          </a:lstStyle>
          <a:p>
            <a:pPr lvl="0"/>
            <a:r>
              <a:rPr lang="de-DE" noProof="0" dirty="0"/>
              <a:t>Click </a:t>
            </a:r>
            <a:r>
              <a:rPr lang="de-DE" noProof="0" dirty="0" err="1"/>
              <a:t>to</a:t>
            </a:r>
            <a:r>
              <a:rPr lang="de-DE" noProof="0" dirty="0"/>
              <a:t> </a:t>
            </a:r>
            <a:r>
              <a:rPr lang="de-DE" noProof="0" dirty="0" err="1"/>
              <a:t>edit</a:t>
            </a:r>
            <a:r>
              <a:rPr lang="de-DE" noProof="0" dirty="0"/>
              <a:t> </a:t>
            </a:r>
            <a:r>
              <a:rPr lang="de-DE" noProof="0" dirty="0" err="1"/>
              <a:t>text</a:t>
            </a:r>
            <a:r>
              <a:rPr lang="de-DE" noProof="0" dirty="0"/>
              <a:t>. </a:t>
            </a:r>
            <a:r>
              <a:rPr lang="de-DE" noProof="0" dirty="0" err="1"/>
              <a:t>To</a:t>
            </a:r>
            <a:r>
              <a:rPr lang="de-DE" noProof="0" dirty="0"/>
              <a:t> </a:t>
            </a:r>
            <a:r>
              <a:rPr lang="de-DE" noProof="0" dirty="0" err="1"/>
              <a:t>insert</a:t>
            </a:r>
            <a:r>
              <a:rPr lang="de-DE" noProof="0" dirty="0"/>
              <a:t> </a:t>
            </a:r>
            <a:r>
              <a:rPr lang="de-DE" noProof="0" dirty="0" err="1"/>
              <a:t>content</a:t>
            </a:r>
            <a:r>
              <a:rPr lang="de-DE" noProof="0" dirty="0"/>
              <a:t> like a </a:t>
            </a:r>
            <a:r>
              <a:rPr lang="de-DE" noProof="0" dirty="0" err="1"/>
              <a:t>table</a:t>
            </a:r>
            <a:r>
              <a:rPr lang="de-DE" noProof="0" dirty="0"/>
              <a:t> </a:t>
            </a:r>
            <a:r>
              <a:rPr lang="de-DE" noProof="0" dirty="0" err="1"/>
              <a:t>or</a:t>
            </a:r>
            <a:r>
              <a:rPr lang="de-DE" noProof="0" dirty="0"/>
              <a:t> </a:t>
            </a:r>
            <a:r>
              <a:rPr lang="de-DE" noProof="0" dirty="0" err="1"/>
              <a:t>diagram</a:t>
            </a:r>
            <a:r>
              <a:rPr lang="de-DE" noProof="0" dirty="0"/>
              <a:t> just </a:t>
            </a:r>
            <a:r>
              <a:rPr lang="de-DE" noProof="0" dirty="0" err="1"/>
              <a:t>click</a:t>
            </a:r>
            <a:r>
              <a:rPr lang="de-DE" noProof="0" dirty="0"/>
              <a:t> </a:t>
            </a:r>
            <a:r>
              <a:rPr lang="de-DE" noProof="0" dirty="0" err="1"/>
              <a:t>the</a:t>
            </a:r>
            <a:r>
              <a:rPr lang="de-DE" noProof="0" dirty="0"/>
              <a:t> </a:t>
            </a:r>
            <a:r>
              <a:rPr lang="de-DE" noProof="0" dirty="0" err="1"/>
              <a:t>icon</a:t>
            </a:r>
            <a:r>
              <a:rPr lang="de-DE" noProof="0" dirty="0"/>
              <a:t> in </a:t>
            </a:r>
            <a:r>
              <a:rPr lang="de-DE" noProof="0" dirty="0" err="1"/>
              <a:t>the</a:t>
            </a:r>
            <a:r>
              <a:rPr lang="de-DE" noProof="0" dirty="0"/>
              <a:t> </a:t>
            </a:r>
            <a:r>
              <a:rPr lang="de-DE" noProof="0" dirty="0" err="1"/>
              <a:t>middle</a:t>
            </a:r>
            <a:r>
              <a:rPr lang="de-DE" noProof="0" dirty="0"/>
              <a:t> </a:t>
            </a:r>
            <a:r>
              <a:rPr lang="de-DE" noProof="0" dirty="0" err="1"/>
              <a:t>of</a:t>
            </a:r>
            <a:r>
              <a:rPr lang="de-DE" noProof="0" dirty="0"/>
              <a:t> </a:t>
            </a:r>
            <a:r>
              <a:rPr lang="de-DE" noProof="0" dirty="0" err="1"/>
              <a:t>the</a:t>
            </a:r>
            <a:r>
              <a:rPr lang="de-DE" noProof="0" dirty="0"/>
              <a:t> </a:t>
            </a:r>
            <a:r>
              <a:rPr lang="de-DE" noProof="0" dirty="0" err="1"/>
              <a:t>placeholder</a:t>
            </a:r>
            <a:r>
              <a:rPr lang="de-DE" noProof="0" dirty="0"/>
              <a:t>.</a:t>
            </a:r>
          </a:p>
          <a:p>
            <a:pPr lvl="1"/>
            <a:r>
              <a:rPr lang="de-DE" noProof="0" dirty="0"/>
              <a:t>Second </a:t>
            </a:r>
            <a:r>
              <a:rPr lang="de-DE" noProof="0" dirty="0" err="1"/>
              <a:t>level</a:t>
            </a:r>
            <a:endParaRPr lang="de-DE" noProof="0" dirty="0"/>
          </a:p>
          <a:p>
            <a:pPr lvl="2"/>
            <a:r>
              <a:rPr lang="de-DE" noProof="0" dirty="0"/>
              <a:t>Third </a:t>
            </a:r>
            <a:r>
              <a:rPr lang="de-DE" noProof="0" dirty="0" err="1"/>
              <a:t>level</a:t>
            </a:r>
            <a:endParaRPr lang="de-DE" noProof="0" dirty="0"/>
          </a:p>
          <a:p>
            <a:pPr lvl="3"/>
            <a:r>
              <a:rPr lang="de-DE" noProof="0" dirty="0"/>
              <a:t>Forth </a:t>
            </a:r>
            <a:r>
              <a:rPr lang="de-DE" noProof="0" dirty="0" err="1"/>
              <a:t>level</a:t>
            </a:r>
            <a:endParaRPr lang="de-DE" noProof="0" dirty="0"/>
          </a:p>
          <a:p>
            <a:pPr lvl="4"/>
            <a:r>
              <a:rPr lang="de-DE" noProof="0" dirty="0" err="1"/>
              <a:t>Fifth</a:t>
            </a:r>
            <a:r>
              <a:rPr lang="de-DE" noProof="0" dirty="0"/>
              <a:t> </a:t>
            </a:r>
            <a:r>
              <a:rPr lang="de-DE" noProof="0" dirty="0" err="1"/>
              <a:t>level</a:t>
            </a:r>
            <a:endParaRPr lang="de-DE" noProof="0" dirty="0"/>
          </a:p>
          <a:p>
            <a:pPr lvl="4"/>
            <a:endParaRPr lang="de-DE" noProof="0" dirty="0"/>
          </a:p>
        </p:txBody>
      </p:sp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488947" y="347184"/>
            <a:ext cx="11224684" cy="400110"/>
          </a:xfrm>
        </p:spPr>
        <p:txBody>
          <a:bodyPr vert="horz"/>
          <a:lstStyle>
            <a:lvl1pPr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/>
            </a:lvl1pPr>
          </a:lstStyle>
          <a:p>
            <a:r>
              <a:rPr lang="de-DE" noProof="0" dirty="0"/>
              <a:t>Click </a:t>
            </a:r>
            <a:r>
              <a:rPr lang="de-DE" noProof="0" dirty="0" err="1"/>
              <a:t>to</a:t>
            </a:r>
            <a:r>
              <a:rPr lang="de-DE" noProof="0" dirty="0"/>
              <a:t> </a:t>
            </a:r>
            <a:r>
              <a:rPr lang="de-DE" noProof="0" dirty="0" err="1"/>
              <a:t>edit</a:t>
            </a:r>
            <a:r>
              <a:rPr lang="de-DE" noProof="0" dirty="0"/>
              <a:t> Action Title. 26pt. All Caps. </a:t>
            </a:r>
            <a:r>
              <a:rPr lang="de-DE" noProof="0" dirty="0" err="1"/>
              <a:t>Two</a:t>
            </a:r>
            <a:r>
              <a:rPr lang="de-DE" noProof="0" dirty="0"/>
              <a:t> </a:t>
            </a:r>
            <a:r>
              <a:rPr lang="de-DE" noProof="0" dirty="0" err="1"/>
              <a:t>lines</a:t>
            </a:r>
            <a:r>
              <a:rPr lang="de-DE" noProof="0" dirty="0"/>
              <a:t> maximum.</a:t>
            </a:r>
          </a:p>
        </p:txBody>
      </p:sp>
      <p:sp>
        <p:nvSpPr>
          <p:cNvPr id="5" name="Bildplatzhalter 3">
            <a:extLst>
              <a:ext uri="{FF2B5EF4-FFF2-40B4-BE49-F238E27FC236}">
                <a16:creationId xmlns:a16="http://schemas.microsoft.com/office/drawing/2014/main" id="{5FB2A3B7-A796-4B19-828B-216A63DF6888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6305553" y="1413933"/>
            <a:ext cx="5886447" cy="4894792"/>
          </a:xfrm>
          <a:pattFill prst="dkUpDiag">
            <a:fgClr>
              <a:schemeClr val="accent1"/>
            </a:fgClr>
            <a:bgClr>
              <a:schemeClr val="bg1"/>
            </a:bgClr>
          </a:pattFill>
        </p:spPr>
        <p:txBody>
          <a:bodyPr bIns="720000" anchor="ctr" anchorCtr="1"/>
          <a:lstStyle>
            <a:lvl1pPr marL="0" indent="0">
              <a:buFontTx/>
              <a:buNone/>
              <a:defRPr/>
            </a:lvl1pPr>
          </a:lstStyle>
          <a:p>
            <a:r>
              <a:rPr lang="de-DE" dirty="0"/>
              <a:t>Click </a:t>
            </a:r>
            <a:r>
              <a:rPr lang="de-DE" dirty="0" err="1"/>
              <a:t>to</a:t>
            </a:r>
            <a:r>
              <a:rPr lang="de-DE" dirty="0"/>
              <a:t> </a:t>
            </a:r>
            <a:r>
              <a:rPr lang="de-DE" dirty="0" err="1"/>
              <a:t>add</a:t>
            </a:r>
            <a:r>
              <a:rPr lang="de-DE" dirty="0"/>
              <a:t> </a:t>
            </a:r>
            <a:r>
              <a:rPr lang="de-DE" dirty="0" err="1"/>
              <a:t>picture</a:t>
            </a:r>
            <a:r>
              <a:rPr lang="de-DE" dirty="0"/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310396212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9" pos="3713">
          <p15:clr>
            <a:srgbClr val="FBAE40"/>
          </p15:clr>
        </p15:guide>
        <p15:guide id="10" pos="3969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| Picture |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kt 3" hidden="1">
            <a:extLst>
              <a:ext uri="{FF2B5EF4-FFF2-40B4-BE49-F238E27FC236}">
                <a16:creationId xmlns:a16="http://schemas.microsoft.com/office/drawing/2014/main" id="{8ECEF4E8-D1ED-4741-8EA5-2F059DE1A839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05416194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344" imgH="344" progId="TCLayout.ActiveDocument.1">
                  <p:embed/>
                </p:oleObj>
              </mc:Choice>
              <mc:Fallback>
                <p:oleObj name="think-cell Folie" r:id="rId3" imgW="344" imgH="344" progId="TCLayout.ActiveDocument.1">
                  <p:embed/>
                  <p:pic>
                    <p:nvPicPr>
                      <p:cNvPr id="4" name="Objekt 3" hidden="1">
                        <a:extLst>
                          <a:ext uri="{FF2B5EF4-FFF2-40B4-BE49-F238E27FC236}">
                            <a16:creationId xmlns:a16="http://schemas.microsoft.com/office/drawing/2014/main" id="{8ECEF4E8-D1ED-4741-8EA5-2F059DE1A83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Bildplatzhalter 2">
            <a:extLst>
              <a:ext uri="{FF2B5EF4-FFF2-40B4-BE49-F238E27FC236}">
                <a16:creationId xmlns:a16="http://schemas.microsoft.com/office/drawing/2014/main" id="{21DD1C87-BB96-419F-854D-07AA4BC5BBB7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6317289" y="1413933"/>
            <a:ext cx="5396342" cy="2338866"/>
          </a:xfrm>
          <a:pattFill prst="dkUpDiag">
            <a:fgClr>
              <a:schemeClr val="accent1"/>
            </a:fgClr>
            <a:bgClr>
              <a:schemeClr val="bg1"/>
            </a:bgClr>
          </a:pattFill>
        </p:spPr>
        <p:txBody>
          <a:bodyPr bIns="720000" anchor="ctr" anchorCtr="1"/>
          <a:lstStyle>
            <a:lvl1pPr marL="0" indent="0">
              <a:buFontTx/>
              <a:buNone/>
              <a:defRPr/>
            </a:lvl1pPr>
          </a:lstStyle>
          <a:p>
            <a:r>
              <a:rPr lang="de-DE" dirty="0"/>
              <a:t>Click </a:t>
            </a:r>
            <a:r>
              <a:rPr lang="de-DE" dirty="0" err="1"/>
              <a:t>to</a:t>
            </a:r>
            <a:r>
              <a:rPr lang="de-DE" dirty="0"/>
              <a:t> </a:t>
            </a:r>
            <a:r>
              <a:rPr lang="de-DE" dirty="0" err="1"/>
              <a:t>add</a:t>
            </a:r>
            <a:r>
              <a:rPr lang="de-DE" dirty="0"/>
              <a:t> </a:t>
            </a:r>
            <a:r>
              <a:rPr lang="de-DE" dirty="0" err="1"/>
              <a:t>picture</a:t>
            </a:r>
            <a:r>
              <a:rPr lang="de-DE" dirty="0"/>
              <a:t>. </a:t>
            </a:r>
          </a:p>
        </p:txBody>
      </p:sp>
      <p:sp>
        <p:nvSpPr>
          <p:cNvPr id="7" name="Bildplatzhalter 1">
            <a:extLst>
              <a:ext uri="{FF2B5EF4-FFF2-40B4-BE49-F238E27FC236}">
                <a16:creationId xmlns:a16="http://schemas.microsoft.com/office/drawing/2014/main" id="{002A9939-48F2-4545-B99B-4FBDD4F4661C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488947" y="1413933"/>
            <a:ext cx="5396342" cy="2338866"/>
          </a:xfrm>
          <a:pattFill prst="dkUpDiag">
            <a:fgClr>
              <a:schemeClr val="accent1"/>
            </a:fgClr>
            <a:bgClr>
              <a:schemeClr val="bg1"/>
            </a:bgClr>
          </a:pattFill>
        </p:spPr>
        <p:txBody>
          <a:bodyPr bIns="720000" anchor="ctr" anchorCtr="1"/>
          <a:lstStyle>
            <a:lvl1pPr marL="0" indent="0">
              <a:buFontTx/>
              <a:buNone/>
              <a:defRPr/>
            </a:lvl1pPr>
          </a:lstStyle>
          <a:p>
            <a:r>
              <a:rPr lang="de-DE" dirty="0"/>
              <a:t>Click </a:t>
            </a:r>
            <a:r>
              <a:rPr lang="de-DE" dirty="0" err="1"/>
              <a:t>to</a:t>
            </a:r>
            <a:r>
              <a:rPr lang="de-DE" dirty="0"/>
              <a:t> </a:t>
            </a:r>
            <a:r>
              <a:rPr lang="de-DE" dirty="0" err="1"/>
              <a:t>add</a:t>
            </a:r>
            <a:r>
              <a:rPr lang="de-DE" dirty="0"/>
              <a:t> </a:t>
            </a:r>
            <a:r>
              <a:rPr lang="de-DE" dirty="0" err="1"/>
              <a:t>picture</a:t>
            </a:r>
            <a:r>
              <a:rPr lang="de-DE" dirty="0"/>
              <a:t>. </a:t>
            </a:r>
          </a:p>
        </p:txBody>
      </p:sp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488947" y="347184"/>
            <a:ext cx="11224684" cy="400110"/>
          </a:xfrm>
        </p:spPr>
        <p:txBody>
          <a:bodyPr vert="horz"/>
          <a:lstStyle>
            <a:lvl1pPr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/>
            </a:lvl1pPr>
          </a:lstStyle>
          <a:p>
            <a:r>
              <a:rPr lang="de-DE" noProof="0" dirty="0"/>
              <a:t>Click </a:t>
            </a:r>
            <a:r>
              <a:rPr lang="de-DE" noProof="0" dirty="0" err="1"/>
              <a:t>to</a:t>
            </a:r>
            <a:r>
              <a:rPr lang="de-DE" noProof="0" dirty="0"/>
              <a:t> </a:t>
            </a:r>
            <a:r>
              <a:rPr lang="de-DE" noProof="0" dirty="0" err="1"/>
              <a:t>edit</a:t>
            </a:r>
            <a:r>
              <a:rPr lang="de-DE" noProof="0" dirty="0"/>
              <a:t> Action Title. 26pt. All Caps. </a:t>
            </a:r>
            <a:r>
              <a:rPr lang="de-DE" noProof="0" dirty="0" err="1"/>
              <a:t>Two</a:t>
            </a:r>
            <a:r>
              <a:rPr lang="de-DE" noProof="0" dirty="0"/>
              <a:t> </a:t>
            </a:r>
            <a:r>
              <a:rPr lang="de-DE" noProof="0" dirty="0" err="1"/>
              <a:t>lines</a:t>
            </a:r>
            <a:r>
              <a:rPr lang="de-DE" noProof="0" dirty="0"/>
              <a:t> maximum.</a:t>
            </a:r>
          </a:p>
        </p:txBody>
      </p:sp>
      <p:sp>
        <p:nvSpPr>
          <p:cNvPr id="12" name="Inhaltsplatzhalter 1">
            <a:extLst>
              <a:ext uri="{FF2B5EF4-FFF2-40B4-BE49-F238E27FC236}">
                <a16:creationId xmlns:a16="http://schemas.microsoft.com/office/drawing/2014/main" id="{21A07BCC-CBB3-45C5-871C-CEC015A95C59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488947" y="3968797"/>
            <a:ext cx="5397501" cy="2339927"/>
          </a:xfrm>
        </p:spPr>
        <p:txBody>
          <a:bodyPr/>
          <a:lstStyle>
            <a:lvl1pPr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600"/>
            </a:lvl1pPr>
            <a:lvl2pPr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600"/>
            </a:lvl2pPr>
            <a:lvl3pPr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600"/>
            </a:lvl3pPr>
            <a:lvl4pPr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600"/>
            </a:lvl4pPr>
            <a:lvl5pPr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400"/>
            </a:lvl5pPr>
          </a:lstStyle>
          <a:p>
            <a:pPr lvl="0"/>
            <a:r>
              <a:rPr lang="de-DE" noProof="0" dirty="0"/>
              <a:t>Click </a:t>
            </a:r>
            <a:r>
              <a:rPr lang="de-DE" noProof="0" dirty="0" err="1"/>
              <a:t>to</a:t>
            </a:r>
            <a:r>
              <a:rPr lang="de-DE" noProof="0" dirty="0"/>
              <a:t> </a:t>
            </a:r>
            <a:r>
              <a:rPr lang="de-DE" noProof="0" dirty="0" err="1"/>
              <a:t>edit</a:t>
            </a:r>
            <a:r>
              <a:rPr lang="de-DE" noProof="0" dirty="0"/>
              <a:t> </a:t>
            </a:r>
            <a:r>
              <a:rPr lang="de-DE" noProof="0" dirty="0" err="1"/>
              <a:t>text</a:t>
            </a:r>
            <a:r>
              <a:rPr lang="de-DE" noProof="0" dirty="0"/>
              <a:t>. </a:t>
            </a:r>
            <a:r>
              <a:rPr lang="de-DE" noProof="0" dirty="0" err="1"/>
              <a:t>To</a:t>
            </a:r>
            <a:r>
              <a:rPr lang="de-DE" noProof="0" dirty="0"/>
              <a:t> </a:t>
            </a:r>
            <a:r>
              <a:rPr lang="de-DE" noProof="0" dirty="0" err="1"/>
              <a:t>insert</a:t>
            </a:r>
            <a:r>
              <a:rPr lang="de-DE" noProof="0" dirty="0"/>
              <a:t> </a:t>
            </a:r>
            <a:r>
              <a:rPr lang="de-DE" noProof="0" dirty="0" err="1"/>
              <a:t>content</a:t>
            </a:r>
            <a:r>
              <a:rPr lang="de-DE" noProof="0" dirty="0"/>
              <a:t> like a </a:t>
            </a:r>
            <a:r>
              <a:rPr lang="de-DE" noProof="0" dirty="0" err="1"/>
              <a:t>table</a:t>
            </a:r>
            <a:r>
              <a:rPr lang="de-DE" noProof="0" dirty="0"/>
              <a:t> </a:t>
            </a:r>
            <a:r>
              <a:rPr lang="de-DE" noProof="0" dirty="0" err="1"/>
              <a:t>or</a:t>
            </a:r>
            <a:r>
              <a:rPr lang="de-DE" noProof="0" dirty="0"/>
              <a:t> </a:t>
            </a:r>
            <a:r>
              <a:rPr lang="de-DE" noProof="0" dirty="0" err="1"/>
              <a:t>diagram</a:t>
            </a:r>
            <a:r>
              <a:rPr lang="de-DE" noProof="0" dirty="0"/>
              <a:t> just </a:t>
            </a:r>
            <a:r>
              <a:rPr lang="de-DE" noProof="0" dirty="0" err="1"/>
              <a:t>click</a:t>
            </a:r>
            <a:r>
              <a:rPr lang="de-DE" noProof="0" dirty="0"/>
              <a:t> </a:t>
            </a:r>
            <a:r>
              <a:rPr lang="de-DE" noProof="0" dirty="0" err="1"/>
              <a:t>the</a:t>
            </a:r>
            <a:r>
              <a:rPr lang="de-DE" noProof="0" dirty="0"/>
              <a:t> </a:t>
            </a:r>
            <a:r>
              <a:rPr lang="de-DE" noProof="0" dirty="0" err="1"/>
              <a:t>icon</a:t>
            </a:r>
            <a:r>
              <a:rPr lang="de-DE" noProof="0" dirty="0"/>
              <a:t> in </a:t>
            </a:r>
            <a:r>
              <a:rPr lang="de-DE" noProof="0" dirty="0" err="1"/>
              <a:t>the</a:t>
            </a:r>
            <a:r>
              <a:rPr lang="de-DE" noProof="0" dirty="0"/>
              <a:t> </a:t>
            </a:r>
            <a:r>
              <a:rPr lang="de-DE" noProof="0" dirty="0" err="1"/>
              <a:t>middle</a:t>
            </a:r>
            <a:r>
              <a:rPr lang="de-DE" noProof="0" dirty="0"/>
              <a:t> </a:t>
            </a:r>
            <a:r>
              <a:rPr lang="de-DE" noProof="0" dirty="0" err="1"/>
              <a:t>of</a:t>
            </a:r>
            <a:r>
              <a:rPr lang="de-DE" noProof="0" dirty="0"/>
              <a:t> </a:t>
            </a:r>
            <a:r>
              <a:rPr lang="de-DE" noProof="0" dirty="0" err="1"/>
              <a:t>the</a:t>
            </a:r>
            <a:r>
              <a:rPr lang="de-DE" noProof="0" dirty="0"/>
              <a:t> </a:t>
            </a:r>
            <a:r>
              <a:rPr lang="de-DE" noProof="0" dirty="0" err="1"/>
              <a:t>placeholder</a:t>
            </a:r>
            <a:r>
              <a:rPr lang="de-DE" noProof="0" dirty="0"/>
              <a:t>.</a:t>
            </a:r>
          </a:p>
          <a:p>
            <a:pPr lvl="1"/>
            <a:r>
              <a:rPr lang="de-DE" noProof="0" dirty="0"/>
              <a:t>Second </a:t>
            </a:r>
            <a:r>
              <a:rPr lang="de-DE" noProof="0" dirty="0" err="1"/>
              <a:t>level</a:t>
            </a:r>
            <a:endParaRPr lang="de-DE" noProof="0" dirty="0"/>
          </a:p>
          <a:p>
            <a:pPr lvl="2"/>
            <a:r>
              <a:rPr lang="de-DE" noProof="0" dirty="0"/>
              <a:t>Third </a:t>
            </a:r>
            <a:r>
              <a:rPr lang="de-DE" noProof="0" dirty="0" err="1"/>
              <a:t>level</a:t>
            </a:r>
            <a:endParaRPr lang="de-DE" noProof="0" dirty="0"/>
          </a:p>
          <a:p>
            <a:pPr lvl="3"/>
            <a:r>
              <a:rPr lang="de-DE" noProof="0" dirty="0"/>
              <a:t>Forth </a:t>
            </a:r>
            <a:r>
              <a:rPr lang="de-DE" noProof="0" dirty="0" err="1"/>
              <a:t>level</a:t>
            </a:r>
            <a:endParaRPr lang="de-DE" noProof="0" dirty="0"/>
          </a:p>
          <a:p>
            <a:pPr lvl="4"/>
            <a:r>
              <a:rPr lang="de-DE" noProof="0" dirty="0" err="1"/>
              <a:t>Fifth</a:t>
            </a:r>
            <a:r>
              <a:rPr lang="de-DE" noProof="0" dirty="0"/>
              <a:t> </a:t>
            </a:r>
            <a:r>
              <a:rPr lang="de-DE" noProof="0" dirty="0" err="1"/>
              <a:t>level</a:t>
            </a:r>
            <a:endParaRPr lang="de-DE" noProof="0" dirty="0"/>
          </a:p>
          <a:p>
            <a:pPr lvl="4"/>
            <a:endParaRPr lang="de-DE" noProof="0" dirty="0"/>
          </a:p>
        </p:txBody>
      </p:sp>
      <p:sp>
        <p:nvSpPr>
          <p:cNvPr id="13" name="Inhaltsplatzhalter 1">
            <a:extLst>
              <a:ext uri="{FF2B5EF4-FFF2-40B4-BE49-F238E27FC236}">
                <a16:creationId xmlns:a16="http://schemas.microsoft.com/office/drawing/2014/main" id="{4842ABB0-6221-4430-AD7F-233AE6B84AB9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6316130" y="3968798"/>
            <a:ext cx="5397501" cy="2339927"/>
          </a:xfrm>
        </p:spPr>
        <p:txBody>
          <a:bodyPr/>
          <a:lstStyle>
            <a:lvl1pPr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600"/>
            </a:lvl1pPr>
            <a:lvl2pPr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600"/>
            </a:lvl2pPr>
            <a:lvl3pPr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600"/>
            </a:lvl3pPr>
            <a:lvl4pPr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600"/>
            </a:lvl4pPr>
            <a:lvl5pPr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400"/>
            </a:lvl5pPr>
          </a:lstStyle>
          <a:p>
            <a:pPr lvl="0"/>
            <a:r>
              <a:rPr lang="de-DE" noProof="0" dirty="0"/>
              <a:t>Click </a:t>
            </a:r>
            <a:r>
              <a:rPr lang="de-DE" noProof="0" dirty="0" err="1"/>
              <a:t>to</a:t>
            </a:r>
            <a:r>
              <a:rPr lang="de-DE" noProof="0" dirty="0"/>
              <a:t> </a:t>
            </a:r>
            <a:r>
              <a:rPr lang="de-DE" noProof="0" dirty="0" err="1"/>
              <a:t>edit</a:t>
            </a:r>
            <a:r>
              <a:rPr lang="de-DE" noProof="0" dirty="0"/>
              <a:t> </a:t>
            </a:r>
            <a:r>
              <a:rPr lang="de-DE" noProof="0" dirty="0" err="1"/>
              <a:t>text</a:t>
            </a:r>
            <a:r>
              <a:rPr lang="de-DE" noProof="0" dirty="0"/>
              <a:t>. </a:t>
            </a:r>
            <a:r>
              <a:rPr lang="de-DE" noProof="0" dirty="0" err="1"/>
              <a:t>To</a:t>
            </a:r>
            <a:r>
              <a:rPr lang="de-DE" noProof="0" dirty="0"/>
              <a:t> </a:t>
            </a:r>
            <a:r>
              <a:rPr lang="de-DE" noProof="0" dirty="0" err="1"/>
              <a:t>insert</a:t>
            </a:r>
            <a:r>
              <a:rPr lang="de-DE" noProof="0" dirty="0"/>
              <a:t> </a:t>
            </a:r>
            <a:r>
              <a:rPr lang="de-DE" noProof="0" dirty="0" err="1"/>
              <a:t>content</a:t>
            </a:r>
            <a:r>
              <a:rPr lang="de-DE" noProof="0" dirty="0"/>
              <a:t> like a </a:t>
            </a:r>
            <a:r>
              <a:rPr lang="de-DE" noProof="0" dirty="0" err="1"/>
              <a:t>table</a:t>
            </a:r>
            <a:r>
              <a:rPr lang="de-DE" noProof="0" dirty="0"/>
              <a:t> </a:t>
            </a:r>
            <a:r>
              <a:rPr lang="de-DE" noProof="0" dirty="0" err="1"/>
              <a:t>or</a:t>
            </a:r>
            <a:r>
              <a:rPr lang="de-DE" noProof="0" dirty="0"/>
              <a:t> </a:t>
            </a:r>
            <a:r>
              <a:rPr lang="de-DE" noProof="0" dirty="0" err="1"/>
              <a:t>diagram</a:t>
            </a:r>
            <a:r>
              <a:rPr lang="de-DE" noProof="0" dirty="0"/>
              <a:t> just </a:t>
            </a:r>
            <a:r>
              <a:rPr lang="de-DE" noProof="0" dirty="0" err="1"/>
              <a:t>click</a:t>
            </a:r>
            <a:r>
              <a:rPr lang="de-DE" noProof="0" dirty="0"/>
              <a:t> </a:t>
            </a:r>
            <a:r>
              <a:rPr lang="de-DE" noProof="0" dirty="0" err="1"/>
              <a:t>the</a:t>
            </a:r>
            <a:r>
              <a:rPr lang="de-DE" noProof="0" dirty="0"/>
              <a:t> </a:t>
            </a:r>
            <a:r>
              <a:rPr lang="de-DE" noProof="0" dirty="0" err="1"/>
              <a:t>icon</a:t>
            </a:r>
            <a:r>
              <a:rPr lang="de-DE" noProof="0" dirty="0"/>
              <a:t> in </a:t>
            </a:r>
            <a:r>
              <a:rPr lang="de-DE" noProof="0" dirty="0" err="1"/>
              <a:t>the</a:t>
            </a:r>
            <a:r>
              <a:rPr lang="de-DE" noProof="0" dirty="0"/>
              <a:t> </a:t>
            </a:r>
            <a:r>
              <a:rPr lang="de-DE" noProof="0" dirty="0" err="1"/>
              <a:t>middle</a:t>
            </a:r>
            <a:r>
              <a:rPr lang="de-DE" noProof="0" dirty="0"/>
              <a:t> </a:t>
            </a:r>
            <a:r>
              <a:rPr lang="de-DE" noProof="0" dirty="0" err="1"/>
              <a:t>of</a:t>
            </a:r>
            <a:r>
              <a:rPr lang="de-DE" noProof="0" dirty="0"/>
              <a:t> </a:t>
            </a:r>
            <a:r>
              <a:rPr lang="de-DE" noProof="0" dirty="0" err="1"/>
              <a:t>the</a:t>
            </a:r>
            <a:r>
              <a:rPr lang="de-DE" noProof="0" dirty="0"/>
              <a:t> </a:t>
            </a:r>
            <a:r>
              <a:rPr lang="de-DE" noProof="0" dirty="0" err="1"/>
              <a:t>placeholder</a:t>
            </a:r>
            <a:r>
              <a:rPr lang="de-DE" noProof="0" dirty="0"/>
              <a:t>.</a:t>
            </a:r>
          </a:p>
          <a:p>
            <a:pPr lvl="1"/>
            <a:r>
              <a:rPr lang="de-DE" noProof="0" dirty="0"/>
              <a:t>Second </a:t>
            </a:r>
            <a:r>
              <a:rPr lang="de-DE" noProof="0" dirty="0" err="1"/>
              <a:t>level</a:t>
            </a:r>
            <a:endParaRPr lang="de-DE" noProof="0" dirty="0"/>
          </a:p>
          <a:p>
            <a:pPr lvl="2"/>
            <a:r>
              <a:rPr lang="de-DE" noProof="0" dirty="0"/>
              <a:t>Third </a:t>
            </a:r>
            <a:r>
              <a:rPr lang="de-DE" noProof="0" dirty="0" err="1"/>
              <a:t>level</a:t>
            </a:r>
            <a:endParaRPr lang="de-DE" noProof="0" dirty="0"/>
          </a:p>
          <a:p>
            <a:pPr lvl="3"/>
            <a:r>
              <a:rPr lang="de-DE" noProof="0" dirty="0"/>
              <a:t>Forth </a:t>
            </a:r>
            <a:r>
              <a:rPr lang="de-DE" noProof="0" dirty="0" err="1"/>
              <a:t>level</a:t>
            </a:r>
            <a:endParaRPr lang="de-DE" noProof="0" dirty="0"/>
          </a:p>
          <a:p>
            <a:pPr lvl="4"/>
            <a:r>
              <a:rPr lang="de-DE" noProof="0" dirty="0" err="1"/>
              <a:t>Fifth</a:t>
            </a:r>
            <a:r>
              <a:rPr lang="de-DE" noProof="0" dirty="0"/>
              <a:t> </a:t>
            </a:r>
            <a:r>
              <a:rPr lang="de-DE" noProof="0" dirty="0" err="1"/>
              <a:t>level</a:t>
            </a:r>
            <a:endParaRPr lang="de-DE" noProof="0" dirty="0"/>
          </a:p>
          <a:p>
            <a:pPr lvl="4"/>
            <a:endParaRPr lang="de-DE" noProof="0" dirty="0"/>
          </a:p>
        </p:txBody>
      </p:sp>
    </p:spTree>
    <p:extLst>
      <p:ext uri="{BB962C8B-B14F-4D97-AF65-F5344CB8AC3E}">
        <p14:creationId xmlns:p14="http://schemas.microsoft.com/office/powerpoint/2010/main" val="82578278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3" pos="3977" userDrawn="1">
          <p15:clr>
            <a:srgbClr val="FBAE40"/>
          </p15:clr>
        </p15:guide>
        <p15:guide id="14" pos="3713" userDrawn="1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| Picture |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kt 3" hidden="1">
            <a:extLst>
              <a:ext uri="{FF2B5EF4-FFF2-40B4-BE49-F238E27FC236}">
                <a16:creationId xmlns:a16="http://schemas.microsoft.com/office/drawing/2014/main" id="{58C59CFA-1435-478E-96A7-9D9FDB54C8FF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6581189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344" imgH="344" progId="TCLayout.ActiveDocument.1">
                  <p:embed/>
                </p:oleObj>
              </mc:Choice>
              <mc:Fallback>
                <p:oleObj name="think-cell Folie" r:id="rId3" imgW="344" imgH="344" progId="TCLayout.ActiveDocument.1">
                  <p:embed/>
                  <p:pic>
                    <p:nvPicPr>
                      <p:cNvPr id="4" name="Objekt 3" hidden="1">
                        <a:extLst>
                          <a:ext uri="{FF2B5EF4-FFF2-40B4-BE49-F238E27FC236}">
                            <a16:creationId xmlns:a16="http://schemas.microsoft.com/office/drawing/2014/main" id="{58C59CFA-1435-478E-96A7-9D9FDB54C8F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Bildplatzhalter 3">
            <a:extLst>
              <a:ext uri="{FF2B5EF4-FFF2-40B4-BE49-F238E27FC236}">
                <a16:creationId xmlns:a16="http://schemas.microsoft.com/office/drawing/2014/main" id="{C1CC7D62-9893-4BEA-8A91-B49BF94C3615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8116069" y="1413933"/>
            <a:ext cx="3597561" cy="2246089"/>
          </a:xfrm>
          <a:pattFill prst="dkUpDiag">
            <a:fgClr>
              <a:schemeClr val="accent1"/>
            </a:fgClr>
            <a:bgClr>
              <a:schemeClr val="bg1"/>
            </a:bgClr>
          </a:pattFill>
        </p:spPr>
        <p:txBody>
          <a:bodyPr bIns="720000" anchor="ctr" anchorCtr="1"/>
          <a:lstStyle>
            <a:lvl1pPr marL="0" indent="0">
              <a:buFontTx/>
              <a:buNone/>
              <a:defRPr/>
            </a:lvl1pPr>
          </a:lstStyle>
          <a:p>
            <a:r>
              <a:rPr lang="de-DE" dirty="0"/>
              <a:t>Click </a:t>
            </a:r>
            <a:r>
              <a:rPr lang="de-DE" dirty="0" err="1"/>
              <a:t>to</a:t>
            </a:r>
            <a:r>
              <a:rPr lang="de-DE" dirty="0"/>
              <a:t> </a:t>
            </a:r>
            <a:r>
              <a:rPr lang="de-DE" dirty="0" err="1"/>
              <a:t>add</a:t>
            </a:r>
            <a:r>
              <a:rPr lang="de-DE" dirty="0"/>
              <a:t> </a:t>
            </a:r>
            <a:r>
              <a:rPr lang="de-DE" dirty="0" err="1"/>
              <a:t>picture</a:t>
            </a:r>
            <a:r>
              <a:rPr lang="de-DE" dirty="0"/>
              <a:t>. </a:t>
            </a:r>
          </a:p>
        </p:txBody>
      </p:sp>
      <p:sp>
        <p:nvSpPr>
          <p:cNvPr id="11" name="Bildplatzhalter 2">
            <a:extLst>
              <a:ext uri="{FF2B5EF4-FFF2-40B4-BE49-F238E27FC236}">
                <a16:creationId xmlns:a16="http://schemas.microsoft.com/office/drawing/2014/main" id="{D8F13227-C5D1-4782-B063-BEEC402A95A8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4302508" y="1413933"/>
            <a:ext cx="3597561" cy="2246089"/>
          </a:xfrm>
          <a:pattFill prst="dkUpDiag">
            <a:fgClr>
              <a:schemeClr val="accent1"/>
            </a:fgClr>
            <a:bgClr>
              <a:schemeClr val="bg1"/>
            </a:bgClr>
          </a:pattFill>
        </p:spPr>
        <p:txBody>
          <a:bodyPr bIns="720000" anchor="ctr" anchorCtr="1"/>
          <a:lstStyle>
            <a:lvl1pPr marL="0" indent="0">
              <a:buFontTx/>
              <a:buNone/>
              <a:defRPr/>
            </a:lvl1pPr>
          </a:lstStyle>
          <a:p>
            <a:r>
              <a:rPr lang="de-DE" dirty="0"/>
              <a:t>Click </a:t>
            </a:r>
            <a:r>
              <a:rPr lang="de-DE" dirty="0" err="1"/>
              <a:t>to</a:t>
            </a:r>
            <a:r>
              <a:rPr lang="de-DE" dirty="0"/>
              <a:t> </a:t>
            </a:r>
            <a:r>
              <a:rPr lang="de-DE" dirty="0" err="1"/>
              <a:t>add</a:t>
            </a:r>
            <a:r>
              <a:rPr lang="de-DE" dirty="0"/>
              <a:t> </a:t>
            </a:r>
            <a:r>
              <a:rPr lang="de-DE" dirty="0" err="1"/>
              <a:t>picture</a:t>
            </a:r>
            <a:r>
              <a:rPr lang="de-DE" dirty="0"/>
              <a:t>. </a:t>
            </a:r>
          </a:p>
        </p:txBody>
      </p:sp>
      <p:sp>
        <p:nvSpPr>
          <p:cNvPr id="9" name="Bildplatzhalter 1">
            <a:extLst>
              <a:ext uri="{FF2B5EF4-FFF2-40B4-BE49-F238E27FC236}">
                <a16:creationId xmlns:a16="http://schemas.microsoft.com/office/drawing/2014/main" id="{8E88005D-BECE-427C-8BF8-4FB5D6607AFF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488947" y="1413933"/>
            <a:ext cx="3597561" cy="2246089"/>
          </a:xfrm>
          <a:pattFill prst="dkUpDiag">
            <a:fgClr>
              <a:schemeClr val="accent1"/>
            </a:fgClr>
            <a:bgClr>
              <a:schemeClr val="bg1"/>
            </a:bgClr>
          </a:pattFill>
        </p:spPr>
        <p:txBody>
          <a:bodyPr bIns="720000" anchor="ctr" anchorCtr="1"/>
          <a:lstStyle>
            <a:lvl1pPr marL="0" indent="0">
              <a:buFontTx/>
              <a:buNone/>
              <a:defRPr/>
            </a:lvl1pPr>
          </a:lstStyle>
          <a:p>
            <a:r>
              <a:rPr lang="de-DE" dirty="0"/>
              <a:t>Click </a:t>
            </a:r>
            <a:r>
              <a:rPr lang="de-DE" dirty="0" err="1"/>
              <a:t>to</a:t>
            </a:r>
            <a:r>
              <a:rPr lang="de-DE" dirty="0"/>
              <a:t> </a:t>
            </a:r>
            <a:r>
              <a:rPr lang="de-DE" dirty="0" err="1"/>
              <a:t>add</a:t>
            </a:r>
            <a:r>
              <a:rPr lang="de-DE" dirty="0"/>
              <a:t> </a:t>
            </a:r>
            <a:r>
              <a:rPr lang="de-DE" dirty="0" err="1"/>
              <a:t>picture</a:t>
            </a:r>
            <a:r>
              <a:rPr lang="de-DE" dirty="0"/>
              <a:t>. </a:t>
            </a:r>
          </a:p>
        </p:txBody>
      </p:sp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488947" y="347184"/>
            <a:ext cx="11224684" cy="400110"/>
          </a:xfrm>
        </p:spPr>
        <p:txBody>
          <a:bodyPr vert="horz"/>
          <a:lstStyle>
            <a:lvl1pPr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/>
            </a:lvl1pPr>
          </a:lstStyle>
          <a:p>
            <a:r>
              <a:rPr lang="de-DE" noProof="0" dirty="0"/>
              <a:t>Click </a:t>
            </a:r>
            <a:r>
              <a:rPr lang="de-DE" noProof="0" dirty="0" err="1"/>
              <a:t>to</a:t>
            </a:r>
            <a:r>
              <a:rPr lang="de-DE" noProof="0" dirty="0"/>
              <a:t> </a:t>
            </a:r>
            <a:r>
              <a:rPr lang="de-DE" noProof="0" dirty="0" err="1"/>
              <a:t>edit</a:t>
            </a:r>
            <a:r>
              <a:rPr lang="de-DE" noProof="0" dirty="0"/>
              <a:t> Action Title. 26pt. All Caps. </a:t>
            </a:r>
            <a:r>
              <a:rPr lang="de-DE" noProof="0" dirty="0" err="1"/>
              <a:t>Two</a:t>
            </a:r>
            <a:r>
              <a:rPr lang="de-DE" noProof="0" dirty="0"/>
              <a:t> </a:t>
            </a:r>
            <a:r>
              <a:rPr lang="de-DE" noProof="0" dirty="0" err="1"/>
              <a:t>lines</a:t>
            </a:r>
            <a:r>
              <a:rPr lang="de-DE" noProof="0" dirty="0"/>
              <a:t> maximum.</a:t>
            </a:r>
          </a:p>
        </p:txBody>
      </p:sp>
      <p:sp>
        <p:nvSpPr>
          <p:cNvPr id="15" name="Inhaltsplatzhalter 1">
            <a:extLst>
              <a:ext uri="{FF2B5EF4-FFF2-40B4-BE49-F238E27FC236}">
                <a16:creationId xmlns:a16="http://schemas.microsoft.com/office/drawing/2014/main" id="{F618BC1E-BA4B-4C2D-9055-151550F2576F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488947" y="3876023"/>
            <a:ext cx="3597561" cy="2432702"/>
          </a:xfrm>
        </p:spPr>
        <p:txBody>
          <a:bodyPr/>
          <a:lstStyle>
            <a:lvl1pPr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600"/>
            </a:lvl1pPr>
            <a:lvl2pPr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600"/>
            </a:lvl2pPr>
            <a:lvl3pPr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600"/>
            </a:lvl3pPr>
            <a:lvl4pPr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600"/>
            </a:lvl4pPr>
            <a:lvl5pPr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400"/>
            </a:lvl5pPr>
          </a:lstStyle>
          <a:p>
            <a:pPr lvl="0"/>
            <a:r>
              <a:rPr lang="de-DE" noProof="0" dirty="0"/>
              <a:t>Click </a:t>
            </a:r>
            <a:r>
              <a:rPr lang="de-DE" noProof="0" dirty="0" err="1"/>
              <a:t>to</a:t>
            </a:r>
            <a:r>
              <a:rPr lang="de-DE" noProof="0" dirty="0"/>
              <a:t> </a:t>
            </a:r>
            <a:r>
              <a:rPr lang="de-DE" noProof="0" dirty="0" err="1"/>
              <a:t>edit</a:t>
            </a:r>
            <a:r>
              <a:rPr lang="de-DE" noProof="0" dirty="0"/>
              <a:t> </a:t>
            </a:r>
            <a:r>
              <a:rPr lang="de-DE" noProof="0" dirty="0" err="1"/>
              <a:t>text</a:t>
            </a:r>
            <a:r>
              <a:rPr lang="de-DE" noProof="0" dirty="0"/>
              <a:t>. </a:t>
            </a:r>
            <a:r>
              <a:rPr lang="de-DE" noProof="0" dirty="0" err="1"/>
              <a:t>To</a:t>
            </a:r>
            <a:r>
              <a:rPr lang="de-DE" noProof="0" dirty="0"/>
              <a:t> </a:t>
            </a:r>
            <a:r>
              <a:rPr lang="de-DE" noProof="0" dirty="0" err="1"/>
              <a:t>insert</a:t>
            </a:r>
            <a:r>
              <a:rPr lang="de-DE" noProof="0" dirty="0"/>
              <a:t> </a:t>
            </a:r>
            <a:r>
              <a:rPr lang="de-DE" noProof="0" dirty="0" err="1"/>
              <a:t>content</a:t>
            </a:r>
            <a:r>
              <a:rPr lang="de-DE" noProof="0" dirty="0"/>
              <a:t> like a </a:t>
            </a:r>
            <a:r>
              <a:rPr lang="de-DE" noProof="0" dirty="0" err="1"/>
              <a:t>table</a:t>
            </a:r>
            <a:r>
              <a:rPr lang="de-DE" noProof="0" dirty="0"/>
              <a:t> </a:t>
            </a:r>
            <a:r>
              <a:rPr lang="de-DE" noProof="0" dirty="0" err="1"/>
              <a:t>or</a:t>
            </a:r>
            <a:r>
              <a:rPr lang="de-DE" noProof="0" dirty="0"/>
              <a:t> </a:t>
            </a:r>
            <a:r>
              <a:rPr lang="de-DE" noProof="0" dirty="0" err="1"/>
              <a:t>diagram</a:t>
            </a:r>
            <a:r>
              <a:rPr lang="de-DE" noProof="0" dirty="0"/>
              <a:t> just </a:t>
            </a:r>
            <a:r>
              <a:rPr lang="de-DE" noProof="0" dirty="0" err="1"/>
              <a:t>click</a:t>
            </a:r>
            <a:r>
              <a:rPr lang="de-DE" noProof="0" dirty="0"/>
              <a:t> </a:t>
            </a:r>
            <a:r>
              <a:rPr lang="de-DE" noProof="0" dirty="0" err="1"/>
              <a:t>the</a:t>
            </a:r>
            <a:r>
              <a:rPr lang="de-DE" noProof="0" dirty="0"/>
              <a:t> </a:t>
            </a:r>
            <a:r>
              <a:rPr lang="de-DE" noProof="0" dirty="0" err="1"/>
              <a:t>icon</a:t>
            </a:r>
            <a:r>
              <a:rPr lang="de-DE" noProof="0" dirty="0"/>
              <a:t> in </a:t>
            </a:r>
            <a:r>
              <a:rPr lang="de-DE" noProof="0" dirty="0" err="1"/>
              <a:t>the</a:t>
            </a:r>
            <a:r>
              <a:rPr lang="de-DE" noProof="0" dirty="0"/>
              <a:t> </a:t>
            </a:r>
            <a:r>
              <a:rPr lang="de-DE" noProof="0" dirty="0" err="1"/>
              <a:t>middle</a:t>
            </a:r>
            <a:r>
              <a:rPr lang="de-DE" noProof="0" dirty="0"/>
              <a:t> </a:t>
            </a:r>
            <a:r>
              <a:rPr lang="de-DE" noProof="0" dirty="0" err="1"/>
              <a:t>of</a:t>
            </a:r>
            <a:r>
              <a:rPr lang="de-DE" noProof="0" dirty="0"/>
              <a:t> </a:t>
            </a:r>
            <a:r>
              <a:rPr lang="de-DE" noProof="0" dirty="0" err="1"/>
              <a:t>the</a:t>
            </a:r>
            <a:r>
              <a:rPr lang="de-DE" noProof="0" dirty="0"/>
              <a:t> </a:t>
            </a:r>
            <a:r>
              <a:rPr lang="de-DE" noProof="0" dirty="0" err="1"/>
              <a:t>placeholder</a:t>
            </a:r>
            <a:r>
              <a:rPr lang="de-DE" noProof="0" dirty="0"/>
              <a:t>.</a:t>
            </a:r>
          </a:p>
          <a:p>
            <a:pPr lvl="1"/>
            <a:r>
              <a:rPr lang="de-DE" noProof="0" dirty="0"/>
              <a:t>Second </a:t>
            </a:r>
            <a:r>
              <a:rPr lang="de-DE" noProof="0" dirty="0" err="1"/>
              <a:t>level</a:t>
            </a:r>
            <a:endParaRPr lang="de-DE" noProof="0" dirty="0"/>
          </a:p>
          <a:p>
            <a:pPr lvl="2"/>
            <a:r>
              <a:rPr lang="de-DE" noProof="0" dirty="0"/>
              <a:t>Third </a:t>
            </a:r>
            <a:r>
              <a:rPr lang="de-DE" noProof="0" dirty="0" err="1"/>
              <a:t>level</a:t>
            </a:r>
            <a:endParaRPr lang="de-DE" noProof="0" dirty="0"/>
          </a:p>
          <a:p>
            <a:pPr lvl="3"/>
            <a:r>
              <a:rPr lang="de-DE" noProof="0" dirty="0"/>
              <a:t>Forth </a:t>
            </a:r>
            <a:r>
              <a:rPr lang="de-DE" noProof="0" dirty="0" err="1"/>
              <a:t>level</a:t>
            </a:r>
            <a:endParaRPr lang="de-DE" noProof="0" dirty="0"/>
          </a:p>
          <a:p>
            <a:pPr lvl="4"/>
            <a:r>
              <a:rPr lang="de-DE" noProof="0" dirty="0" err="1"/>
              <a:t>Fifth</a:t>
            </a:r>
            <a:r>
              <a:rPr lang="de-DE" noProof="0" dirty="0"/>
              <a:t> </a:t>
            </a:r>
            <a:r>
              <a:rPr lang="de-DE" noProof="0" dirty="0" err="1"/>
              <a:t>level</a:t>
            </a:r>
            <a:endParaRPr lang="de-DE" noProof="0" dirty="0"/>
          </a:p>
          <a:p>
            <a:pPr lvl="4"/>
            <a:endParaRPr lang="de-DE" noProof="0" dirty="0"/>
          </a:p>
        </p:txBody>
      </p:sp>
      <p:sp>
        <p:nvSpPr>
          <p:cNvPr id="17" name="Inhaltsplatzhalter 1">
            <a:extLst>
              <a:ext uri="{FF2B5EF4-FFF2-40B4-BE49-F238E27FC236}">
                <a16:creationId xmlns:a16="http://schemas.microsoft.com/office/drawing/2014/main" id="{39749FF8-9C62-429D-B248-147D3882DD4E}"/>
              </a:ext>
            </a:extLst>
          </p:cNvPr>
          <p:cNvSpPr>
            <a:spLocks noGrp="1"/>
          </p:cNvSpPr>
          <p:nvPr>
            <p:ph sz="quarter" idx="19" hasCustomPrompt="1"/>
          </p:nvPr>
        </p:nvSpPr>
        <p:spPr>
          <a:xfrm>
            <a:off x="4302508" y="3876023"/>
            <a:ext cx="3597561" cy="2432702"/>
          </a:xfrm>
        </p:spPr>
        <p:txBody>
          <a:bodyPr/>
          <a:lstStyle>
            <a:lvl1pPr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600"/>
            </a:lvl1pPr>
            <a:lvl2pPr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600"/>
            </a:lvl2pPr>
            <a:lvl3pPr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600"/>
            </a:lvl3pPr>
            <a:lvl4pPr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600"/>
            </a:lvl4pPr>
            <a:lvl5pPr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400"/>
            </a:lvl5pPr>
          </a:lstStyle>
          <a:p>
            <a:pPr lvl="0"/>
            <a:r>
              <a:rPr lang="de-DE" noProof="0" dirty="0"/>
              <a:t>Click </a:t>
            </a:r>
            <a:r>
              <a:rPr lang="de-DE" noProof="0" dirty="0" err="1"/>
              <a:t>to</a:t>
            </a:r>
            <a:r>
              <a:rPr lang="de-DE" noProof="0" dirty="0"/>
              <a:t> </a:t>
            </a:r>
            <a:r>
              <a:rPr lang="de-DE" noProof="0" dirty="0" err="1"/>
              <a:t>edit</a:t>
            </a:r>
            <a:r>
              <a:rPr lang="de-DE" noProof="0" dirty="0"/>
              <a:t> </a:t>
            </a:r>
            <a:r>
              <a:rPr lang="de-DE" noProof="0" dirty="0" err="1"/>
              <a:t>text</a:t>
            </a:r>
            <a:r>
              <a:rPr lang="de-DE" noProof="0" dirty="0"/>
              <a:t>. </a:t>
            </a:r>
            <a:r>
              <a:rPr lang="de-DE" noProof="0" dirty="0" err="1"/>
              <a:t>To</a:t>
            </a:r>
            <a:r>
              <a:rPr lang="de-DE" noProof="0" dirty="0"/>
              <a:t> </a:t>
            </a:r>
            <a:r>
              <a:rPr lang="de-DE" noProof="0" dirty="0" err="1"/>
              <a:t>insert</a:t>
            </a:r>
            <a:r>
              <a:rPr lang="de-DE" noProof="0" dirty="0"/>
              <a:t> </a:t>
            </a:r>
            <a:r>
              <a:rPr lang="de-DE" noProof="0" dirty="0" err="1"/>
              <a:t>content</a:t>
            </a:r>
            <a:r>
              <a:rPr lang="de-DE" noProof="0" dirty="0"/>
              <a:t> like a </a:t>
            </a:r>
            <a:r>
              <a:rPr lang="de-DE" noProof="0" dirty="0" err="1"/>
              <a:t>table</a:t>
            </a:r>
            <a:r>
              <a:rPr lang="de-DE" noProof="0" dirty="0"/>
              <a:t> </a:t>
            </a:r>
            <a:r>
              <a:rPr lang="de-DE" noProof="0" dirty="0" err="1"/>
              <a:t>or</a:t>
            </a:r>
            <a:r>
              <a:rPr lang="de-DE" noProof="0" dirty="0"/>
              <a:t> </a:t>
            </a:r>
            <a:r>
              <a:rPr lang="de-DE" noProof="0" dirty="0" err="1"/>
              <a:t>diagram</a:t>
            </a:r>
            <a:r>
              <a:rPr lang="de-DE" noProof="0" dirty="0"/>
              <a:t> just </a:t>
            </a:r>
            <a:r>
              <a:rPr lang="de-DE" noProof="0" dirty="0" err="1"/>
              <a:t>click</a:t>
            </a:r>
            <a:r>
              <a:rPr lang="de-DE" noProof="0" dirty="0"/>
              <a:t> </a:t>
            </a:r>
            <a:r>
              <a:rPr lang="de-DE" noProof="0" dirty="0" err="1"/>
              <a:t>the</a:t>
            </a:r>
            <a:r>
              <a:rPr lang="de-DE" noProof="0" dirty="0"/>
              <a:t> </a:t>
            </a:r>
            <a:r>
              <a:rPr lang="de-DE" noProof="0" dirty="0" err="1"/>
              <a:t>icon</a:t>
            </a:r>
            <a:r>
              <a:rPr lang="de-DE" noProof="0" dirty="0"/>
              <a:t> in </a:t>
            </a:r>
            <a:r>
              <a:rPr lang="de-DE" noProof="0" dirty="0" err="1"/>
              <a:t>the</a:t>
            </a:r>
            <a:r>
              <a:rPr lang="de-DE" noProof="0" dirty="0"/>
              <a:t> </a:t>
            </a:r>
            <a:r>
              <a:rPr lang="de-DE" noProof="0" dirty="0" err="1"/>
              <a:t>middle</a:t>
            </a:r>
            <a:r>
              <a:rPr lang="de-DE" noProof="0" dirty="0"/>
              <a:t> </a:t>
            </a:r>
            <a:r>
              <a:rPr lang="de-DE" noProof="0" dirty="0" err="1"/>
              <a:t>of</a:t>
            </a:r>
            <a:r>
              <a:rPr lang="de-DE" noProof="0" dirty="0"/>
              <a:t> </a:t>
            </a:r>
            <a:r>
              <a:rPr lang="de-DE" noProof="0" dirty="0" err="1"/>
              <a:t>the</a:t>
            </a:r>
            <a:r>
              <a:rPr lang="de-DE" noProof="0" dirty="0"/>
              <a:t> </a:t>
            </a:r>
            <a:r>
              <a:rPr lang="de-DE" noProof="0" dirty="0" err="1"/>
              <a:t>placeholder</a:t>
            </a:r>
            <a:r>
              <a:rPr lang="de-DE" noProof="0" dirty="0"/>
              <a:t>.</a:t>
            </a:r>
          </a:p>
          <a:p>
            <a:pPr lvl="1"/>
            <a:r>
              <a:rPr lang="de-DE" noProof="0" dirty="0"/>
              <a:t>Second </a:t>
            </a:r>
            <a:r>
              <a:rPr lang="de-DE" noProof="0" dirty="0" err="1"/>
              <a:t>level</a:t>
            </a:r>
            <a:endParaRPr lang="de-DE" noProof="0" dirty="0"/>
          </a:p>
          <a:p>
            <a:pPr lvl="2"/>
            <a:r>
              <a:rPr lang="de-DE" noProof="0" dirty="0"/>
              <a:t>Third </a:t>
            </a:r>
            <a:r>
              <a:rPr lang="de-DE" noProof="0" dirty="0" err="1"/>
              <a:t>level</a:t>
            </a:r>
            <a:endParaRPr lang="de-DE" noProof="0" dirty="0"/>
          </a:p>
          <a:p>
            <a:pPr lvl="3"/>
            <a:r>
              <a:rPr lang="de-DE" noProof="0" dirty="0"/>
              <a:t>Forth </a:t>
            </a:r>
            <a:r>
              <a:rPr lang="de-DE" noProof="0" dirty="0" err="1"/>
              <a:t>level</a:t>
            </a:r>
            <a:endParaRPr lang="de-DE" noProof="0" dirty="0"/>
          </a:p>
          <a:p>
            <a:pPr lvl="4"/>
            <a:r>
              <a:rPr lang="de-DE" noProof="0" dirty="0" err="1"/>
              <a:t>Fifth</a:t>
            </a:r>
            <a:r>
              <a:rPr lang="de-DE" noProof="0" dirty="0"/>
              <a:t> </a:t>
            </a:r>
            <a:r>
              <a:rPr lang="de-DE" noProof="0" dirty="0" err="1"/>
              <a:t>level</a:t>
            </a:r>
            <a:endParaRPr lang="de-DE" noProof="0" dirty="0"/>
          </a:p>
          <a:p>
            <a:pPr lvl="4"/>
            <a:endParaRPr lang="de-DE" noProof="0" dirty="0"/>
          </a:p>
        </p:txBody>
      </p:sp>
      <p:sp>
        <p:nvSpPr>
          <p:cNvPr id="18" name="Inhaltsplatzhalter 1">
            <a:extLst>
              <a:ext uri="{FF2B5EF4-FFF2-40B4-BE49-F238E27FC236}">
                <a16:creationId xmlns:a16="http://schemas.microsoft.com/office/drawing/2014/main" id="{0B2A38E1-027A-4A9E-9C3E-5F354A4A6ADC}"/>
              </a:ext>
            </a:extLst>
          </p:cNvPr>
          <p:cNvSpPr>
            <a:spLocks noGrp="1"/>
          </p:cNvSpPr>
          <p:nvPr>
            <p:ph sz="quarter" idx="20" hasCustomPrompt="1"/>
          </p:nvPr>
        </p:nvSpPr>
        <p:spPr>
          <a:xfrm>
            <a:off x="8116069" y="3876023"/>
            <a:ext cx="3597561" cy="2432702"/>
          </a:xfrm>
        </p:spPr>
        <p:txBody>
          <a:bodyPr/>
          <a:lstStyle>
            <a:lvl1pPr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600"/>
            </a:lvl1pPr>
            <a:lvl2pPr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600"/>
            </a:lvl2pPr>
            <a:lvl3pPr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600"/>
            </a:lvl3pPr>
            <a:lvl4pPr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600"/>
            </a:lvl4pPr>
            <a:lvl5pPr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400"/>
            </a:lvl5pPr>
          </a:lstStyle>
          <a:p>
            <a:pPr lvl="0"/>
            <a:r>
              <a:rPr lang="de-DE" noProof="0" dirty="0"/>
              <a:t>Click </a:t>
            </a:r>
            <a:r>
              <a:rPr lang="de-DE" noProof="0" dirty="0" err="1"/>
              <a:t>to</a:t>
            </a:r>
            <a:r>
              <a:rPr lang="de-DE" noProof="0" dirty="0"/>
              <a:t> </a:t>
            </a:r>
            <a:r>
              <a:rPr lang="de-DE" noProof="0" dirty="0" err="1"/>
              <a:t>edit</a:t>
            </a:r>
            <a:r>
              <a:rPr lang="de-DE" noProof="0" dirty="0"/>
              <a:t> </a:t>
            </a:r>
            <a:r>
              <a:rPr lang="de-DE" noProof="0" dirty="0" err="1"/>
              <a:t>text</a:t>
            </a:r>
            <a:r>
              <a:rPr lang="de-DE" noProof="0" dirty="0"/>
              <a:t>. </a:t>
            </a:r>
            <a:r>
              <a:rPr lang="de-DE" noProof="0" dirty="0" err="1"/>
              <a:t>To</a:t>
            </a:r>
            <a:r>
              <a:rPr lang="de-DE" noProof="0" dirty="0"/>
              <a:t> </a:t>
            </a:r>
            <a:r>
              <a:rPr lang="de-DE" noProof="0" dirty="0" err="1"/>
              <a:t>insert</a:t>
            </a:r>
            <a:r>
              <a:rPr lang="de-DE" noProof="0" dirty="0"/>
              <a:t> </a:t>
            </a:r>
            <a:r>
              <a:rPr lang="de-DE" noProof="0" dirty="0" err="1"/>
              <a:t>content</a:t>
            </a:r>
            <a:r>
              <a:rPr lang="de-DE" noProof="0" dirty="0"/>
              <a:t> like a </a:t>
            </a:r>
            <a:r>
              <a:rPr lang="de-DE" noProof="0" dirty="0" err="1"/>
              <a:t>table</a:t>
            </a:r>
            <a:r>
              <a:rPr lang="de-DE" noProof="0" dirty="0"/>
              <a:t> </a:t>
            </a:r>
            <a:r>
              <a:rPr lang="de-DE" noProof="0" dirty="0" err="1"/>
              <a:t>or</a:t>
            </a:r>
            <a:r>
              <a:rPr lang="de-DE" noProof="0" dirty="0"/>
              <a:t> </a:t>
            </a:r>
            <a:r>
              <a:rPr lang="de-DE" noProof="0" dirty="0" err="1"/>
              <a:t>diagram</a:t>
            </a:r>
            <a:r>
              <a:rPr lang="de-DE" noProof="0" dirty="0"/>
              <a:t> just </a:t>
            </a:r>
            <a:r>
              <a:rPr lang="de-DE" noProof="0" dirty="0" err="1"/>
              <a:t>click</a:t>
            </a:r>
            <a:r>
              <a:rPr lang="de-DE" noProof="0" dirty="0"/>
              <a:t> </a:t>
            </a:r>
            <a:r>
              <a:rPr lang="de-DE" noProof="0" dirty="0" err="1"/>
              <a:t>the</a:t>
            </a:r>
            <a:r>
              <a:rPr lang="de-DE" noProof="0" dirty="0"/>
              <a:t> </a:t>
            </a:r>
            <a:r>
              <a:rPr lang="de-DE" noProof="0" dirty="0" err="1"/>
              <a:t>icon</a:t>
            </a:r>
            <a:r>
              <a:rPr lang="de-DE" noProof="0" dirty="0"/>
              <a:t> in </a:t>
            </a:r>
            <a:r>
              <a:rPr lang="de-DE" noProof="0" dirty="0" err="1"/>
              <a:t>the</a:t>
            </a:r>
            <a:r>
              <a:rPr lang="de-DE" noProof="0" dirty="0"/>
              <a:t> </a:t>
            </a:r>
            <a:r>
              <a:rPr lang="de-DE" noProof="0" dirty="0" err="1"/>
              <a:t>middle</a:t>
            </a:r>
            <a:r>
              <a:rPr lang="de-DE" noProof="0" dirty="0"/>
              <a:t> </a:t>
            </a:r>
            <a:r>
              <a:rPr lang="de-DE" noProof="0" dirty="0" err="1"/>
              <a:t>of</a:t>
            </a:r>
            <a:r>
              <a:rPr lang="de-DE" noProof="0" dirty="0"/>
              <a:t> </a:t>
            </a:r>
            <a:r>
              <a:rPr lang="de-DE" noProof="0" dirty="0" err="1"/>
              <a:t>the</a:t>
            </a:r>
            <a:r>
              <a:rPr lang="de-DE" noProof="0" dirty="0"/>
              <a:t> </a:t>
            </a:r>
            <a:r>
              <a:rPr lang="de-DE" noProof="0" dirty="0" err="1"/>
              <a:t>placeholder</a:t>
            </a:r>
            <a:r>
              <a:rPr lang="de-DE" noProof="0" dirty="0"/>
              <a:t>.</a:t>
            </a:r>
          </a:p>
          <a:p>
            <a:pPr lvl="1"/>
            <a:r>
              <a:rPr lang="de-DE" noProof="0" dirty="0"/>
              <a:t>Second </a:t>
            </a:r>
            <a:r>
              <a:rPr lang="de-DE" noProof="0" dirty="0" err="1"/>
              <a:t>level</a:t>
            </a:r>
            <a:endParaRPr lang="de-DE" noProof="0" dirty="0"/>
          </a:p>
          <a:p>
            <a:pPr lvl="2"/>
            <a:r>
              <a:rPr lang="de-DE" noProof="0" dirty="0"/>
              <a:t>Third </a:t>
            </a:r>
            <a:r>
              <a:rPr lang="de-DE" noProof="0" dirty="0" err="1"/>
              <a:t>level</a:t>
            </a:r>
            <a:endParaRPr lang="de-DE" noProof="0" dirty="0"/>
          </a:p>
          <a:p>
            <a:pPr lvl="3"/>
            <a:r>
              <a:rPr lang="de-DE" noProof="0" dirty="0"/>
              <a:t>Forth </a:t>
            </a:r>
            <a:r>
              <a:rPr lang="de-DE" noProof="0" dirty="0" err="1"/>
              <a:t>level</a:t>
            </a:r>
            <a:endParaRPr lang="de-DE" noProof="0" dirty="0"/>
          </a:p>
          <a:p>
            <a:pPr lvl="4"/>
            <a:r>
              <a:rPr lang="de-DE" noProof="0" dirty="0" err="1"/>
              <a:t>Fifth</a:t>
            </a:r>
            <a:r>
              <a:rPr lang="de-DE" noProof="0" dirty="0"/>
              <a:t> </a:t>
            </a:r>
            <a:r>
              <a:rPr lang="de-DE" noProof="0" dirty="0" err="1"/>
              <a:t>level</a:t>
            </a:r>
            <a:endParaRPr lang="de-DE" noProof="0" dirty="0"/>
          </a:p>
          <a:p>
            <a:pPr lvl="4"/>
            <a:endParaRPr lang="de-DE" noProof="0" dirty="0"/>
          </a:p>
        </p:txBody>
      </p:sp>
    </p:spTree>
    <p:extLst>
      <p:ext uri="{BB962C8B-B14F-4D97-AF65-F5344CB8AC3E}">
        <p14:creationId xmlns:p14="http://schemas.microsoft.com/office/powerpoint/2010/main" val="121464876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3" pos="2577" userDrawn="1">
          <p15:clr>
            <a:srgbClr val="FBAE40"/>
          </p15:clr>
        </p15:guide>
        <p15:guide id="14" pos="2710" userDrawn="1">
          <p15:clr>
            <a:srgbClr val="FBAE40"/>
          </p15:clr>
        </p15:guide>
        <p15:guide id="15" pos="4978" userDrawn="1">
          <p15:clr>
            <a:srgbClr val="FBAE40"/>
          </p15:clr>
        </p15:guide>
        <p15:guide id="16" pos="5110" userDrawn="1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| Picture |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kt 3" hidden="1">
            <a:extLst>
              <a:ext uri="{FF2B5EF4-FFF2-40B4-BE49-F238E27FC236}">
                <a16:creationId xmlns:a16="http://schemas.microsoft.com/office/drawing/2014/main" id="{B11DD4F3-1611-4813-B014-B6F6B1F774E7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762404710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344" imgH="344" progId="TCLayout.ActiveDocument.1">
                  <p:embed/>
                </p:oleObj>
              </mc:Choice>
              <mc:Fallback>
                <p:oleObj name="think-cell Folie" r:id="rId3" imgW="344" imgH="344" progId="TCLayout.ActiveDocument.1">
                  <p:embed/>
                  <p:pic>
                    <p:nvPicPr>
                      <p:cNvPr id="4" name="Objekt 3" hidden="1">
                        <a:extLst>
                          <a:ext uri="{FF2B5EF4-FFF2-40B4-BE49-F238E27FC236}">
                            <a16:creationId xmlns:a16="http://schemas.microsoft.com/office/drawing/2014/main" id="{B11DD4F3-1611-4813-B014-B6F6B1F774E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" name="Bildplatzhalter 4">
            <a:extLst>
              <a:ext uri="{FF2B5EF4-FFF2-40B4-BE49-F238E27FC236}">
                <a16:creationId xmlns:a16="http://schemas.microsoft.com/office/drawing/2014/main" id="{EA143C20-52BF-4891-994E-588F799371BA}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>
          <a:xfrm>
            <a:off x="9069460" y="1413934"/>
            <a:ext cx="2644171" cy="2246091"/>
          </a:xfrm>
          <a:pattFill prst="dkUpDiag">
            <a:fgClr>
              <a:schemeClr val="accent1"/>
            </a:fgClr>
            <a:bgClr>
              <a:schemeClr val="bg1"/>
            </a:bgClr>
          </a:pattFill>
        </p:spPr>
        <p:txBody>
          <a:bodyPr bIns="720000" anchor="ctr" anchorCtr="1"/>
          <a:lstStyle>
            <a:lvl1pPr marL="0" indent="0">
              <a:buFontTx/>
              <a:buNone/>
              <a:defRPr/>
            </a:lvl1pPr>
          </a:lstStyle>
          <a:p>
            <a:r>
              <a:rPr lang="de-DE" dirty="0"/>
              <a:t>Click </a:t>
            </a:r>
            <a:r>
              <a:rPr lang="de-DE" dirty="0" err="1"/>
              <a:t>to</a:t>
            </a:r>
            <a:r>
              <a:rPr lang="de-DE" dirty="0"/>
              <a:t> </a:t>
            </a:r>
            <a:r>
              <a:rPr lang="de-DE" dirty="0" err="1"/>
              <a:t>add</a:t>
            </a:r>
            <a:r>
              <a:rPr lang="de-DE" dirty="0"/>
              <a:t> </a:t>
            </a:r>
            <a:r>
              <a:rPr lang="de-DE" dirty="0" err="1"/>
              <a:t>picture</a:t>
            </a:r>
            <a:r>
              <a:rPr lang="de-DE" dirty="0"/>
              <a:t>. </a:t>
            </a:r>
          </a:p>
        </p:txBody>
      </p:sp>
      <p:sp>
        <p:nvSpPr>
          <p:cNvPr id="15" name="Bildplatzhalter 3">
            <a:extLst>
              <a:ext uri="{FF2B5EF4-FFF2-40B4-BE49-F238E27FC236}">
                <a16:creationId xmlns:a16="http://schemas.microsoft.com/office/drawing/2014/main" id="{9B1A1B6B-6B2F-4D5A-91A8-C5161E45AB04}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>
          <a:xfrm>
            <a:off x="6209289" y="1413934"/>
            <a:ext cx="2644171" cy="2246091"/>
          </a:xfrm>
          <a:pattFill prst="dkUpDiag">
            <a:fgClr>
              <a:schemeClr val="accent1"/>
            </a:fgClr>
            <a:bgClr>
              <a:schemeClr val="bg1"/>
            </a:bgClr>
          </a:pattFill>
        </p:spPr>
        <p:txBody>
          <a:bodyPr bIns="720000" anchor="ctr" anchorCtr="1"/>
          <a:lstStyle>
            <a:lvl1pPr marL="0" indent="0">
              <a:buFontTx/>
              <a:buNone/>
              <a:defRPr/>
            </a:lvl1pPr>
          </a:lstStyle>
          <a:p>
            <a:r>
              <a:rPr lang="de-DE" dirty="0"/>
              <a:t>Click </a:t>
            </a:r>
            <a:r>
              <a:rPr lang="de-DE" dirty="0" err="1"/>
              <a:t>to</a:t>
            </a:r>
            <a:r>
              <a:rPr lang="de-DE" dirty="0"/>
              <a:t> </a:t>
            </a:r>
            <a:r>
              <a:rPr lang="de-DE" dirty="0" err="1"/>
              <a:t>add</a:t>
            </a:r>
            <a:r>
              <a:rPr lang="de-DE" dirty="0"/>
              <a:t> </a:t>
            </a:r>
            <a:r>
              <a:rPr lang="de-DE" dirty="0" err="1"/>
              <a:t>picture</a:t>
            </a:r>
            <a:r>
              <a:rPr lang="de-DE" dirty="0"/>
              <a:t>. </a:t>
            </a:r>
          </a:p>
        </p:txBody>
      </p:sp>
      <p:sp>
        <p:nvSpPr>
          <p:cNvPr id="13" name="Bildplatzhalter 2">
            <a:extLst>
              <a:ext uri="{FF2B5EF4-FFF2-40B4-BE49-F238E27FC236}">
                <a16:creationId xmlns:a16="http://schemas.microsoft.com/office/drawing/2014/main" id="{073F01E6-A077-4F39-A94E-9EFE54D2E4E8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3349118" y="1413934"/>
            <a:ext cx="2644171" cy="2246091"/>
          </a:xfrm>
          <a:pattFill prst="dkUpDiag">
            <a:fgClr>
              <a:schemeClr val="accent1"/>
            </a:fgClr>
            <a:bgClr>
              <a:schemeClr val="bg1"/>
            </a:bgClr>
          </a:pattFill>
        </p:spPr>
        <p:txBody>
          <a:bodyPr bIns="720000" anchor="ctr" anchorCtr="1"/>
          <a:lstStyle>
            <a:lvl1pPr marL="0" indent="0">
              <a:buFontTx/>
              <a:buNone/>
              <a:defRPr/>
            </a:lvl1pPr>
          </a:lstStyle>
          <a:p>
            <a:r>
              <a:rPr lang="de-DE" dirty="0"/>
              <a:t>Click </a:t>
            </a:r>
            <a:r>
              <a:rPr lang="de-DE" dirty="0" err="1"/>
              <a:t>to</a:t>
            </a:r>
            <a:r>
              <a:rPr lang="de-DE" dirty="0"/>
              <a:t> </a:t>
            </a:r>
            <a:r>
              <a:rPr lang="de-DE" dirty="0" err="1"/>
              <a:t>add</a:t>
            </a:r>
            <a:r>
              <a:rPr lang="de-DE" dirty="0"/>
              <a:t> </a:t>
            </a:r>
            <a:r>
              <a:rPr lang="de-DE" dirty="0" err="1"/>
              <a:t>picture</a:t>
            </a:r>
            <a:r>
              <a:rPr lang="de-DE" dirty="0"/>
              <a:t>. </a:t>
            </a:r>
          </a:p>
        </p:txBody>
      </p:sp>
      <p:sp>
        <p:nvSpPr>
          <p:cNvPr id="11" name="Bildplatzhalter 1">
            <a:extLst>
              <a:ext uri="{FF2B5EF4-FFF2-40B4-BE49-F238E27FC236}">
                <a16:creationId xmlns:a16="http://schemas.microsoft.com/office/drawing/2014/main" id="{320CFD8C-6A4A-4FAB-822D-054B82DCFD42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488947" y="1413934"/>
            <a:ext cx="2644171" cy="2246091"/>
          </a:xfrm>
          <a:pattFill prst="dkUpDiag">
            <a:fgClr>
              <a:schemeClr val="accent1"/>
            </a:fgClr>
            <a:bgClr>
              <a:schemeClr val="bg1"/>
            </a:bgClr>
          </a:pattFill>
        </p:spPr>
        <p:txBody>
          <a:bodyPr bIns="720000" anchor="ctr" anchorCtr="1"/>
          <a:lstStyle>
            <a:lvl1pPr marL="0" indent="0">
              <a:buFontTx/>
              <a:buNone/>
              <a:defRPr/>
            </a:lvl1pPr>
          </a:lstStyle>
          <a:p>
            <a:r>
              <a:rPr lang="de-DE" dirty="0"/>
              <a:t>Click </a:t>
            </a:r>
            <a:r>
              <a:rPr lang="de-DE" dirty="0" err="1"/>
              <a:t>to</a:t>
            </a:r>
            <a:r>
              <a:rPr lang="de-DE" dirty="0"/>
              <a:t> </a:t>
            </a:r>
            <a:r>
              <a:rPr lang="de-DE" dirty="0" err="1"/>
              <a:t>add</a:t>
            </a:r>
            <a:r>
              <a:rPr lang="de-DE" dirty="0"/>
              <a:t> </a:t>
            </a:r>
            <a:r>
              <a:rPr lang="de-DE" dirty="0" err="1"/>
              <a:t>picture</a:t>
            </a:r>
            <a:r>
              <a:rPr lang="de-DE" dirty="0"/>
              <a:t>. </a:t>
            </a:r>
          </a:p>
        </p:txBody>
      </p:sp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488947" y="347184"/>
            <a:ext cx="11224684" cy="400110"/>
          </a:xfrm>
        </p:spPr>
        <p:txBody>
          <a:bodyPr vert="horz"/>
          <a:lstStyle>
            <a:lvl1pPr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/>
            </a:lvl1pPr>
          </a:lstStyle>
          <a:p>
            <a:r>
              <a:rPr lang="de-DE" noProof="0" dirty="0"/>
              <a:t>Click </a:t>
            </a:r>
            <a:r>
              <a:rPr lang="de-DE" noProof="0" dirty="0" err="1"/>
              <a:t>to</a:t>
            </a:r>
            <a:r>
              <a:rPr lang="de-DE" noProof="0" dirty="0"/>
              <a:t> </a:t>
            </a:r>
            <a:r>
              <a:rPr lang="de-DE" noProof="0" dirty="0" err="1"/>
              <a:t>edit</a:t>
            </a:r>
            <a:r>
              <a:rPr lang="de-DE" noProof="0" dirty="0"/>
              <a:t> Action Title. 26pt. All Caps. </a:t>
            </a:r>
            <a:r>
              <a:rPr lang="de-DE" noProof="0" dirty="0" err="1"/>
              <a:t>Two</a:t>
            </a:r>
            <a:r>
              <a:rPr lang="de-DE" noProof="0" dirty="0"/>
              <a:t> </a:t>
            </a:r>
            <a:r>
              <a:rPr lang="de-DE" noProof="0" dirty="0" err="1"/>
              <a:t>lines</a:t>
            </a:r>
            <a:r>
              <a:rPr lang="de-DE" noProof="0" dirty="0"/>
              <a:t> maximum.</a:t>
            </a:r>
          </a:p>
        </p:txBody>
      </p:sp>
      <p:sp>
        <p:nvSpPr>
          <p:cNvPr id="19" name="Inhaltsplatzhalter 1">
            <a:extLst>
              <a:ext uri="{FF2B5EF4-FFF2-40B4-BE49-F238E27FC236}">
                <a16:creationId xmlns:a16="http://schemas.microsoft.com/office/drawing/2014/main" id="{6CE7BB11-9C21-456E-83D7-62B9D458E21E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488947" y="3876025"/>
            <a:ext cx="2644171" cy="2432700"/>
          </a:xfrm>
        </p:spPr>
        <p:txBody>
          <a:bodyPr/>
          <a:lstStyle>
            <a:lvl1pPr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600"/>
            </a:lvl1pPr>
            <a:lvl2pPr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600"/>
            </a:lvl2pPr>
            <a:lvl3pPr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600"/>
            </a:lvl3pPr>
            <a:lvl4pPr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600"/>
            </a:lvl4pPr>
            <a:lvl5pPr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400"/>
            </a:lvl5pPr>
          </a:lstStyle>
          <a:p>
            <a:pPr lvl="0"/>
            <a:r>
              <a:rPr lang="de-DE" noProof="0" dirty="0"/>
              <a:t>Click </a:t>
            </a:r>
            <a:r>
              <a:rPr lang="de-DE" noProof="0" dirty="0" err="1"/>
              <a:t>to</a:t>
            </a:r>
            <a:r>
              <a:rPr lang="de-DE" noProof="0" dirty="0"/>
              <a:t> </a:t>
            </a:r>
            <a:r>
              <a:rPr lang="de-DE" noProof="0" dirty="0" err="1"/>
              <a:t>edit</a:t>
            </a:r>
            <a:r>
              <a:rPr lang="de-DE" noProof="0" dirty="0"/>
              <a:t> </a:t>
            </a:r>
            <a:r>
              <a:rPr lang="de-DE" noProof="0" dirty="0" err="1"/>
              <a:t>text</a:t>
            </a:r>
            <a:r>
              <a:rPr lang="de-DE" noProof="0" dirty="0"/>
              <a:t>. </a:t>
            </a:r>
            <a:r>
              <a:rPr lang="de-DE" noProof="0" dirty="0" err="1"/>
              <a:t>To</a:t>
            </a:r>
            <a:r>
              <a:rPr lang="de-DE" noProof="0" dirty="0"/>
              <a:t> </a:t>
            </a:r>
            <a:r>
              <a:rPr lang="de-DE" noProof="0" dirty="0" err="1"/>
              <a:t>insert</a:t>
            </a:r>
            <a:r>
              <a:rPr lang="de-DE" noProof="0" dirty="0"/>
              <a:t> </a:t>
            </a:r>
            <a:r>
              <a:rPr lang="de-DE" noProof="0" dirty="0" err="1"/>
              <a:t>content</a:t>
            </a:r>
            <a:r>
              <a:rPr lang="de-DE" noProof="0" dirty="0"/>
              <a:t> like a </a:t>
            </a:r>
            <a:r>
              <a:rPr lang="de-DE" noProof="0" dirty="0" err="1"/>
              <a:t>table</a:t>
            </a:r>
            <a:r>
              <a:rPr lang="de-DE" noProof="0" dirty="0"/>
              <a:t> </a:t>
            </a:r>
            <a:r>
              <a:rPr lang="de-DE" noProof="0" dirty="0" err="1"/>
              <a:t>or</a:t>
            </a:r>
            <a:r>
              <a:rPr lang="de-DE" noProof="0" dirty="0"/>
              <a:t> </a:t>
            </a:r>
            <a:r>
              <a:rPr lang="de-DE" noProof="0" dirty="0" err="1"/>
              <a:t>diagram</a:t>
            </a:r>
            <a:r>
              <a:rPr lang="de-DE" noProof="0" dirty="0"/>
              <a:t> just </a:t>
            </a:r>
            <a:r>
              <a:rPr lang="de-DE" noProof="0" dirty="0" err="1"/>
              <a:t>click</a:t>
            </a:r>
            <a:r>
              <a:rPr lang="de-DE" noProof="0" dirty="0"/>
              <a:t> </a:t>
            </a:r>
            <a:r>
              <a:rPr lang="de-DE" noProof="0" dirty="0" err="1"/>
              <a:t>the</a:t>
            </a:r>
            <a:r>
              <a:rPr lang="de-DE" noProof="0" dirty="0"/>
              <a:t> </a:t>
            </a:r>
            <a:r>
              <a:rPr lang="de-DE" noProof="0" dirty="0" err="1"/>
              <a:t>icon</a:t>
            </a:r>
            <a:r>
              <a:rPr lang="de-DE" noProof="0" dirty="0"/>
              <a:t> in </a:t>
            </a:r>
            <a:r>
              <a:rPr lang="de-DE" noProof="0" dirty="0" err="1"/>
              <a:t>the</a:t>
            </a:r>
            <a:r>
              <a:rPr lang="de-DE" noProof="0" dirty="0"/>
              <a:t> </a:t>
            </a:r>
            <a:r>
              <a:rPr lang="de-DE" noProof="0" dirty="0" err="1"/>
              <a:t>middle</a:t>
            </a:r>
            <a:r>
              <a:rPr lang="de-DE" noProof="0" dirty="0"/>
              <a:t> </a:t>
            </a:r>
            <a:r>
              <a:rPr lang="de-DE" noProof="0" dirty="0" err="1"/>
              <a:t>of</a:t>
            </a:r>
            <a:r>
              <a:rPr lang="de-DE" noProof="0" dirty="0"/>
              <a:t> </a:t>
            </a:r>
            <a:r>
              <a:rPr lang="de-DE" noProof="0" dirty="0" err="1"/>
              <a:t>the</a:t>
            </a:r>
            <a:r>
              <a:rPr lang="de-DE" noProof="0" dirty="0"/>
              <a:t> </a:t>
            </a:r>
            <a:r>
              <a:rPr lang="de-DE" noProof="0" dirty="0" err="1"/>
              <a:t>placeholder</a:t>
            </a:r>
            <a:r>
              <a:rPr lang="de-DE" noProof="0" dirty="0"/>
              <a:t>.</a:t>
            </a:r>
          </a:p>
          <a:p>
            <a:pPr lvl="1"/>
            <a:r>
              <a:rPr lang="de-DE" noProof="0" dirty="0"/>
              <a:t>Second </a:t>
            </a:r>
            <a:r>
              <a:rPr lang="de-DE" noProof="0" dirty="0" err="1"/>
              <a:t>level</a:t>
            </a:r>
            <a:endParaRPr lang="de-DE" noProof="0" dirty="0"/>
          </a:p>
          <a:p>
            <a:pPr lvl="2"/>
            <a:r>
              <a:rPr lang="de-DE" noProof="0" dirty="0"/>
              <a:t>Third </a:t>
            </a:r>
            <a:r>
              <a:rPr lang="de-DE" noProof="0" dirty="0" err="1"/>
              <a:t>level</a:t>
            </a:r>
            <a:endParaRPr lang="de-DE" noProof="0" dirty="0"/>
          </a:p>
          <a:p>
            <a:pPr lvl="3"/>
            <a:r>
              <a:rPr lang="de-DE" noProof="0" dirty="0"/>
              <a:t>Forth </a:t>
            </a:r>
            <a:r>
              <a:rPr lang="de-DE" noProof="0" dirty="0" err="1"/>
              <a:t>level</a:t>
            </a:r>
            <a:endParaRPr lang="de-DE" noProof="0" dirty="0"/>
          </a:p>
          <a:p>
            <a:pPr lvl="4"/>
            <a:r>
              <a:rPr lang="de-DE" noProof="0" dirty="0" err="1"/>
              <a:t>Fifth</a:t>
            </a:r>
            <a:r>
              <a:rPr lang="de-DE" noProof="0" dirty="0"/>
              <a:t> </a:t>
            </a:r>
            <a:r>
              <a:rPr lang="de-DE" noProof="0" dirty="0" err="1"/>
              <a:t>level</a:t>
            </a:r>
            <a:endParaRPr lang="de-DE" noProof="0" dirty="0"/>
          </a:p>
          <a:p>
            <a:pPr lvl="4"/>
            <a:endParaRPr lang="de-DE" noProof="0" dirty="0"/>
          </a:p>
        </p:txBody>
      </p:sp>
      <p:sp>
        <p:nvSpPr>
          <p:cNvPr id="20" name="Inhaltsplatzhalter 1">
            <a:extLst>
              <a:ext uri="{FF2B5EF4-FFF2-40B4-BE49-F238E27FC236}">
                <a16:creationId xmlns:a16="http://schemas.microsoft.com/office/drawing/2014/main" id="{27E42A5D-C99D-4B3C-99B7-053CF69A119E}"/>
              </a:ext>
            </a:extLst>
          </p:cNvPr>
          <p:cNvSpPr>
            <a:spLocks noGrp="1"/>
          </p:cNvSpPr>
          <p:nvPr>
            <p:ph sz="quarter" idx="22" hasCustomPrompt="1"/>
          </p:nvPr>
        </p:nvSpPr>
        <p:spPr>
          <a:xfrm>
            <a:off x="3349118" y="3876025"/>
            <a:ext cx="2644171" cy="2432700"/>
          </a:xfrm>
        </p:spPr>
        <p:txBody>
          <a:bodyPr/>
          <a:lstStyle>
            <a:lvl1pPr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600"/>
            </a:lvl1pPr>
            <a:lvl2pPr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600"/>
            </a:lvl2pPr>
            <a:lvl3pPr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600"/>
            </a:lvl3pPr>
            <a:lvl4pPr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600"/>
            </a:lvl4pPr>
            <a:lvl5pPr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400"/>
            </a:lvl5pPr>
          </a:lstStyle>
          <a:p>
            <a:pPr lvl="0"/>
            <a:r>
              <a:rPr lang="de-DE" noProof="0" dirty="0"/>
              <a:t>Click </a:t>
            </a:r>
            <a:r>
              <a:rPr lang="de-DE" noProof="0" dirty="0" err="1"/>
              <a:t>to</a:t>
            </a:r>
            <a:r>
              <a:rPr lang="de-DE" noProof="0" dirty="0"/>
              <a:t> </a:t>
            </a:r>
            <a:r>
              <a:rPr lang="de-DE" noProof="0" dirty="0" err="1"/>
              <a:t>edit</a:t>
            </a:r>
            <a:r>
              <a:rPr lang="de-DE" noProof="0" dirty="0"/>
              <a:t> </a:t>
            </a:r>
            <a:r>
              <a:rPr lang="de-DE" noProof="0" dirty="0" err="1"/>
              <a:t>text</a:t>
            </a:r>
            <a:r>
              <a:rPr lang="de-DE" noProof="0" dirty="0"/>
              <a:t>. </a:t>
            </a:r>
            <a:r>
              <a:rPr lang="de-DE" noProof="0" dirty="0" err="1"/>
              <a:t>To</a:t>
            </a:r>
            <a:r>
              <a:rPr lang="de-DE" noProof="0" dirty="0"/>
              <a:t> </a:t>
            </a:r>
            <a:r>
              <a:rPr lang="de-DE" noProof="0" dirty="0" err="1"/>
              <a:t>insert</a:t>
            </a:r>
            <a:r>
              <a:rPr lang="de-DE" noProof="0" dirty="0"/>
              <a:t> </a:t>
            </a:r>
            <a:r>
              <a:rPr lang="de-DE" noProof="0" dirty="0" err="1"/>
              <a:t>content</a:t>
            </a:r>
            <a:r>
              <a:rPr lang="de-DE" noProof="0" dirty="0"/>
              <a:t> like a </a:t>
            </a:r>
            <a:r>
              <a:rPr lang="de-DE" noProof="0" dirty="0" err="1"/>
              <a:t>table</a:t>
            </a:r>
            <a:r>
              <a:rPr lang="de-DE" noProof="0" dirty="0"/>
              <a:t> </a:t>
            </a:r>
            <a:r>
              <a:rPr lang="de-DE" noProof="0" dirty="0" err="1"/>
              <a:t>or</a:t>
            </a:r>
            <a:r>
              <a:rPr lang="de-DE" noProof="0" dirty="0"/>
              <a:t> </a:t>
            </a:r>
            <a:r>
              <a:rPr lang="de-DE" noProof="0" dirty="0" err="1"/>
              <a:t>diagram</a:t>
            </a:r>
            <a:r>
              <a:rPr lang="de-DE" noProof="0" dirty="0"/>
              <a:t> just </a:t>
            </a:r>
            <a:r>
              <a:rPr lang="de-DE" noProof="0" dirty="0" err="1"/>
              <a:t>click</a:t>
            </a:r>
            <a:r>
              <a:rPr lang="de-DE" noProof="0" dirty="0"/>
              <a:t> </a:t>
            </a:r>
            <a:r>
              <a:rPr lang="de-DE" noProof="0" dirty="0" err="1"/>
              <a:t>the</a:t>
            </a:r>
            <a:r>
              <a:rPr lang="de-DE" noProof="0" dirty="0"/>
              <a:t> </a:t>
            </a:r>
            <a:r>
              <a:rPr lang="de-DE" noProof="0" dirty="0" err="1"/>
              <a:t>icon</a:t>
            </a:r>
            <a:r>
              <a:rPr lang="de-DE" noProof="0" dirty="0"/>
              <a:t> in </a:t>
            </a:r>
            <a:r>
              <a:rPr lang="de-DE" noProof="0" dirty="0" err="1"/>
              <a:t>the</a:t>
            </a:r>
            <a:r>
              <a:rPr lang="de-DE" noProof="0" dirty="0"/>
              <a:t> </a:t>
            </a:r>
            <a:r>
              <a:rPr lang="de-DE" noProof="0" dirty="0" err="1"/>
              <a:t>middle</a:t>
            </a:r>
            <a:r>
              <a:rPr lang="de-DE" noProof="0" dirty="0"/>
              <a:t> </a:t>
            </a:r>
            <a:r>
              <a:rPr lang="de-DE" noProof="0" dirty="0" err="1"/>
              <a:t>of</a:t>
            </a:r>
            <a:r>
              <a:rPr lang="de-DE" noProof="0" dirty="0"/>
              <a:t> </a:t>
            </a:r>
            <a:r>
              <a:rPr lang="de-DE" noProof="0" dirty="0" err="1"/>
              <a:t>the</a:t>
            </a:r>
            <a:r>
              <a:rPr lang="de-DE" noProof="0" dirty="0"/>
              <a:t> </a:t>
            </a:r>
            <a:r>
              <a:rPr lang="de-DE" noProof="0" dirty="0" err="1"/>
              <a:t>placeholder</a:t>
            </a:r>
            <a:r>
              <a:rPr lang="de-DE" noProof="0" dirty="0"/>
              <a:t>.</a:t>
            </a:r>
          </a:p>
          <a:p>
            <a:pPr lvl="1"/>
            <a:r>
              <a:rPr lang="de-DE" noProof="0" dirty="0"/>
              <a:t>Second </a:t>
            </a:r>
            <a:r>
              <a:rPr lang="de-DE" noProof="0" dirty="0" err="1"/>
              <a:t>level</a:t>
            </a:r>
            <a:endParaRPr lang="de-DE" noProof="0" dirty="0"/>
          </a:p>
          <a:p>
            <a:pPr lvl="2"/>
            <a:r>
              <a:rPr lang="de-DE" noProof="0" dirty="0"/>
              <a:t>Third </a:t>
            </a:r>
            <a:r>
              <a:rPr lang="de-DE" noProof="0" dirty="0" err="1"/>
              <a:t>level</a:t>
            </a:r>
            <a:endParaRPr lang="de-DE" noProof="0" dirty="0"/>
          </a:p>
          <a:p>
            <a:pPr lvl="3"/>
            <a:r>
              <a:rPr lang="de-DE" noProof="0" dirty="0"/>
              <a:t>Forth </a:t>
            </a:r>
            <a:r>
              <a:rPr lang="de-DE" noProof="0" dirty="0" err="1"/>
              <a:t>level</a:t>
            </a:r>
            <a:endParaRPr lang="de-DE" noProof="0" dirty="0"/>
          </a:p>
          <a:p>
            <a:pPr lvl="4"/>
            <a:r>
              <a:rPr lang="de-DE" noProof="0" dirty="0" err="1"/>
              <a:t>Fifth</a:t>
            </a:r>
            <a:r>
              <a:rPr lang="de-DE" noProof="0" dirty="0"/>
              <a:t> </a:t>
            </a:r>
            <a:r>
              <a:rPr lang="de-DE" noProof="0" dirty="0" err="1"/>
              <a:t>level</a:t>
            </a:r>
            <a:endParaRPr lang="de-DE" noProof="0" dirty="0"/>
          </a:p>
          <a:p>
            <a:pPr lvl="4"/>
            <a:endParaRPr lang="de-DE" noProof="0" dirty="0"/>
          </a:p>
        </p:txBody>
      </p:sp>
      <p:sp>
        <p:nvSpPr>
          <p:cNvPr id="21" name="Inhaltsplatzhalter 1">
            <a:extLst>
              <a:ext uri="{FF2B5EF4-FFF2-40B4-BE49-F238E27FC236}">
                <a16:creationId xmlns:a16="http://schemas.microsoft.com/office/drawing/2014/main" id="{7DCDE22D-7C60-4E83-A6E8-C458BFB9DFCA}"/>
              </a:ext>
            </a:extLst>
          </p:cNvPr>
          <p:cNvSpPr>
            <a:spLocks noGrp="1"/>
          </p:cNvSpPr>
          <p:nvPr>
            <p:ph sz="quarter" idx="23" hasCustomPrompt="1"/>
          </p:nvPr>
        </p:nvSpPr>
        <p:spPr>
          <a:xfrm>
            <a:off x="6209289" y="3876025"/>
            <a:ext cx="2644171" cy="2432700"/>
          </a:xfrm>
        </p:spPr>
        <p:txBody>
          <a:bodyPr/>
          <a:lstStyle>
            <a:lvl1pPr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600"/>
            </a:lvl1pPr>
            <a:lvl2pPr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600"/>
            </a:lvl2pPr>
            <a:lvl3pPr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600"/>
            </a:lvl3pPr>
            <a:lvl4pPr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600"/>
            </a:lvl4pPr>
            <a:lvl5pPr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400"/>
            </a:lvl5pPr>
          </a:lstStyle>
          <a:p>
            <a:pPr lvl="0"/>
            <a:r>
              <a:rPr lang="de-DE" noProof="0" dirty="0"/>
              <a:t>Click </a:t>
            </a:r>
            <a:r>
              <a:rPr lang="de-DE" noProof="0" dirty="0" err="1"/>
              <a:t>to</a:t>
            </a:r>
            <a:r>
              <a:rPr lang="de-DE" noProof="0" dirty="0"/>
              <a:t> </a:t>
            </a:r>
            <a:r>
              <a:rPr lang="de-DE" noProof="0" dirty="0" err="1"/>
              <a:t>edit</a:t>
            </a:r>
            <a:r>
              <a:rPr lang="de-DE" noProof="0" dirty="0"/>
              <a:t> </a:t>
            </a:r>
            <a:r>
              <a:rPr lang="de-DE" noProof="0" dirty="0" err="1"/>
              <a:t>text</a:t>
            </a:r>
            <a:r>
              <a:rPr lang="de-DE" noProof="0" dirty="0"/>
              <a:t>. </a:t>
            </a:r>
            <a:r>
              <a:rPr lang="de-DE" noProof="0" dirty="0" err="1"/>
              <a:t>To</a:t>
            </a:r>
            <a:r>
              <a:rPr lang="de-DE" noProof="0" dirty="0"/>
              <a:t> </a:t>
            </a:r>
            <a:r>
              <a:rPr lang="de-DE" noProof="0" dirty="0" err="1"/>
              <a:t>insert</a:t>
            </a:r>
            <a:r>
              <a:rPr lang="de-DE" noProof="0" dirty="0"/>
              <a:t> </a:t>
            </a:r>
            <a:r>
              <a:rPr lang="de-DE" noProof="0" dirty="0" err="1"/>
              <a:t>content</a:t>
            </a:r>
            <a:r>
              <a:rPr lang="de-DE" noProof="0" dirty="0"/>
              <a:t> like a </a:t>
            </a:r>
            <a:r>
              <a:rPr lang="de-DE" noProof="0" dirty="0" err="1"/>
              <a:t>table</a:t>
            </a:r>
            <a:r>
              <a:rPr lang="de-DE" noProof="0" dirty="0"/>
              <a:t> </a:t>
            </a:r>
            <a:r>
              <a:rPr lang="de-DE" noProof="0" dirty="0" err="1"/>
              <a:t>or</a:t>
            </a:r>
            <a:r>
              <a:rPr lang="de-DE" noProof="0" dirty="0"/>
              <a:t> </a:t>
            </a:r>
            <a:r>
              <a:rPr lang="de-DE" noProof="0" dirty="0" err="1"/>
              <a:t>diagram</a:t>
            </a:r>
            <a:r>
              <a:rPr lang="de-DE" noProof="0" dirty="0"/>
              <a:t> just </a:t>
            </a:r>
            <a:r>
              <a:rPr lang="de-DE" noProof="0" dirty="0" err="1"/>
              <a:t>click</a:t>
            </a:r>
            <a:r>
              <a:rPr lang="de-DE" noProof="0" dirty="0"/>
              <a:t> </a:t>
            </a:r>
            <a:r>
              <a:rPr lang="de-DE" noProof="0" dirty="0" err="1"/>
              <a:t>the</a:t>
            </a:r>
            <a:r>
              <a:rPr lang="de-DE" noProof="0" dirty="0"/>
              <a:t> </a:t>
            </a:r>
            <a:r>
              <a:rPr lang="de-DE" noProof="0" dirty="0" err="1"/>
              <a:t>icon</a:t>
            </a:r>
            <a:r>
              <a:rPr lang="de-DE" noProof="0" dirty="0"/>
              <a:t> in </a:t>
            </a:r>
            <a:r>
              <a:rPr lang="de-DE" noProof="0" dirty="0" err="1"/>
              <a:t>the</a:t>
            </a:r>
            <a:r>
              <a:rPr lang="de-DE" noProof="0" dirty="0"/>
              <a:t> </a:t>
            </a:r>
            <a:r>
              <a:rPr lang="de-DE" noProof="0" dirty="0" err="1"/>
              <a:t>middle</a:t>
            </a:r>
            <a:r>
              <a:rPr lang="de-DE" noProof="0" dirty="0"/>
              <a:t> </a:t>
            </a:r>
            <a:r>
              <a:rPr lang="de-DE" noProof="0" dirty="0" err="1"/>
              <a:t>of</a:t>
            </a:r>
            <a:r>
              <a:rPr lang="de-DE" noProof="0" dirty="0"/>
              <a:t> </a:t>
            </a:r>
            <a:r>
              <a:rPr lang="de-DE" noProof="0" dirty="0" err="1"/>
              <a:t>the</a:t>
            </a:r>
            <a:r>
              <a:rPr lang="de-DE" noProof="0" dirty="0"/>
              <a:t> </a:t>
            </a:r>
            <a:r>
              <a:rPr lang="de-DE" noProof="0" dirty="0" err="1"/>
              <a:t>placeholder</a:t>
            </a:r>
            <a:r>
              <a:rPr lang="de-DE" noProof="0" dirty="0"/>
              <a:t>.</a:t>
            </a:r>
          </a:p>
          <a:p>
            <a:pPr lvl="1"/>
            <a:r>
              <a:rPr lang="de-DE" noProof="0" dirty="0"/>
              <a:t>Second </a:t>
            </a:r>
            <a:r>
              <a:rPr lang="de-DE" noProof="0" dirty="0" err="1"/>
              <a:t>level</a:t>
            </a:r>
            <a:endParaRPr lang="de-DE" noProof="0" dirty="0"/>
          </a:p>
          <a:p>
            <a:pPr lvl="2"/>
            <a:r>
              <a:rPr lang="de-DE" noProof="0" dirty="0"/>
              <a:t>Third </a:t>
            </a:r>
            <a:r>
              <a:rPr lang="de-DE" noProof="0" dirty="0" err="1"/>
              <a:t>level</a:t>
            </a:r>
            <a:endParaRPr lang="de-DE" noProof="0" dirty="0"/>
          </a:p>
          <a:p>
            <a:pPr lvl="3"/>
            <a:r>
              <a:rPr lang="de-DE" noProof="0" dirty="0"/>
              <a:t>Forth </a:t>
            </a:r>
            <a:r>
              <a:rPr lang="de-DE" noProof="0" dirty="0" err="1"/>
              <a:t>level</a:t>
            </a:r>
            <a:endParaRPr lang="de-DE" noProof="0" dirty="0"/>
          </a:p>
          <a:p>
            <a:pPr lvl="4"/>
            <a:r>
              <a:rPr lang="de-DE" noProof="0" dirty="0" err="1"/>
              <a:t>Fifth</a:t>
            </a:r>
            <a:r>
              <a:rPr lang="de-DE" noProof="0" dirty="0"/>
              <a:t> </a:t>
            </a:r>
            <a:r>
              <a:rPr lang="de-DE" noProof="0" dirty="0" err="1"/>
              <a:t>level</a:t>
            </a:r>
            <a:endParaRPr lang="de-DE" noProof="0" dirty="0"/>
          </a:p>
          <a:p>
            <a:pPr lvl="4"/>
            <a:endParaRPr lang="de-DE" noProof="0" dirty="0"/>
          </a:p>
        </p:txBody>
      </p:sp>
      <p:sp>
        <p:nvSpPr>
          <p:cNvPr id="22" name="Inhaltsplatzhalter 1">
            <a:extLst>
              <a:ext uri="{FF2B5EF4-FFF2-40B4-BE49-F238E27FC236}">
                <a16:creationId xmlns:a16="http://schemas.microsoft.com/office/drawing/2014/main" id="{BC839F12-6E68-4D1C-B187-9307DD85F162}"/>
              </a:ext>
            </a:extLst>
          </p:cNvPr>
          <p:cNvSpPr>
            <a:spLocks noGrp="1"/>
          </p:cNvSpPr>
          <p:nvPr>
            <p:ph sz="quarter" idx="24" hasCustomPrompt="1"/>
          </p:nvPr>
        </p:nvSpPr>
        <p:spPr>
          <a:xfrm>
            <a:off x="9069460" y="3876025"/>
            <a:ext cx="2644171" cy="2432700"/>
          </a:xfrm>
        </p:spPr>
        <p:txBody>
          <a:bodyPr/>
          <a:lstStyle>
            <a:lvl1pPr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600"/>
            </a:lvl1pPr>
            <a:lvl2pPr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600"/>
            </a:lvl2pPr>
            <a:lvl3pPr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600"/>
            </a:lvl3pPr>
            <a:lvl4pPr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600"/>
            </a:lvl4pPr>
            <a:lvl5pPr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400"/>
            </a:lvl5pPr>
          </a:lstStyle>
          <a:p>
            <a:pPr lvl="0"/>
            <a:r>
              <a:rPr lang="de-DE" noProof="0" dirty="0"/>
              <a:t>Click </a:t>
            </a:r>
            <a:r>
              <a:rPr lang="de-DE" noProof="0" dirty="0" err="1"/>
              <a:t>to</a:t>
            </a:r>
            <a:r>
              <a:rPr lang="de-DE" noProof="0" dirty="0"/>
              <a:t> </a:t>
            </a:r>
            <a:r>
              <a:rPr lang="de-DE" noProof="0" dirty="0" err="1"/>
              <a:t>edit</a:t>
            </a:r>
            <a:r>
              <a:rPr lang="de-DE" noProof="0" dirty="0"/>
              <a:t> </a:t>
            </a:r>
            <a:r>
              <a:rPr lang="de-DE" noProof="0" dirty="0" err="1"/>
              <a:t>text</a:t>
            </a:r>
            <a:r>
              <a:rPr lang="de-DE" noProof="0" dirty="0"/>
              <a:t>. </a:t>
            </a:r>
            <a:r>
              <a:rPr lang="de-DE" noProof="0" dirty="0" err="1"/>
              <a:t>To</a:t>
            </a:r>
            <a:r>
              <a:rPr lang="de-DE" noProof="0" dirty="0"/>
              <a:t> </a:t>
            </a:r>
            <a:r>
              <a:rPr lang="de-DE" noProof="0" dirty="0" err="1"/>
              <a:t>insert</a:t>
            </a:r>
            <a:r>
              <a:rPr lang="de-DE" noProof="0" dirty="0"/>
              <a:t> </a:t>
            </a:r>
            <a:r>
              <a:rPr lang="de-DE" noProof="0" dirty="0" err="1"/>
              <a:t>content</a:t>
            </a:r>
            <a:r>
              <a:rPr lang="de-DE" noProof="0" dirty="0"/>
              <a:t> like a </a:t>
            </a:r>
            <a:r>
              <a:rPr lang="de-DE" noProof="0" dirty="0" err="1"/>
              <a:t>table</a:t>
            </a:r>
            <a:r>
              <a:rPr lang="de-DE" noProof="0" dirty="0"/>
              <a:t> </a:t>
            </a:r>
            <a:r>
              <a:rPr lang="de-DE" noProof="0" dirty="0" err="1"/>
              <a:t>or</a:t>
            </a:r>
            <a:r>
              <a:rPr lang="de-DE" noProof="0" dirty="0"/>
              <a:t> </a:t>
            </a:r>
            <a:r>
              <a:rPr lang="de-DE" noProof="0" dirty="0" err="1"/>
              <a:t>diagram</a:t>
            </a:r>
            <a:r>
              <a:rPr lang="de-DE" noProof="0" dirty="0"/>
              <a:t> just </a:t>
            </a:r>
            <a:r>
              <a:rPr lang="de-DE" noProof="0" dirty="0" err="1"/>
              <a:t>click</a:t>
            </a:r>
            <a:r>
              <a:rPr lang="de-DE" noProof="0" dirty="0"/>
              <a:t> </a:t>
            </a:r>
            <a:r>
              <a:rPr lang="de-DE" noProof="0" dirty="0" err="1"/>
              <a:t>the</a:t>
            </a:r>
            <a:r>
              <a:rPr lang="de-DE" noProof="0" dirty="0"/>
              <a:t> </a:t>
            </a:r>
            <a:r>
              <a:rPr lang="de-DE" noProof="0" dirty="0" err="1"/>
              <a:t>icon</a:t>
            </a:r>
            <a:r>
              <a:rPr lang="de-DE" noProof="0" dirty="0"/>
              <a:t> in </a:t>
            </a:r>
            <a:r>
              <a:rPr lang="de-DE" noProof="0" dirty="0" err="1"/>
              <a:t>the</a:t>
            </a:r>
            <a:r>
              <a:rPr lang="de-DE" noProof="0" dirty="0"/>
              <a:t> </a:t>
            </a:r>
            <a:r>
              <a:rPr lang="de-DE" noProof="0" dirty="0" err="1"/>
              <a:t>middle</a:t>
            </a:r>
            <a:r>
              <a:rPr lang="de-DE" noProof="0" dirty="0"/>
              <a:t> </a:t>
            </a:r>
            <a:r>
              <a:rPr lang="de-DE" noProof="0" dirty="0" err="1"/>
              <a:t>of</a:t>
            </a:r>
            <a:r>
              <a:rPr lang="de-DE" noProof="0" dirty="0"/>
              <a:t> </a:t>
            </a:r>
            <a:r>
              <a:rPr lang="de-DE" noProof="0" dirty="0" err="1"/>
              <a:t>the</a:t>
            </a:r>
            <a:r>
              <a:rPr lang="de-DE" noProof="0" dirty="0"/>
              <a:t> </a:t>
            </a:r>
            <a:r>
              <a:rPr lang="de-DE" noProof="0" dirty="0" err="1"/>
              <a:t>placeholder</a:t>
            </a:r>
            <a:r>
              <a:rPr lang="de-DE" noProof="0" dirty="0"/>
              <a:t>.</a:t>
            </a:r>
          </a:p>
          <a:p>
            <a:pPr lvl="1"/>
            <a:r>
              <a:rPr lang="de-DE" noProof="0" dirty="0"/>
              <a:t>Second </a:t>
            </a:r>
            <a:r>
              <a:rPr lang="de-DE" noProof="0" dirty="0" err="1"/>
              <a:t>level</a:t>
            </a:r>
            <a:endParaRPr lang="de-DE" noProof="0" dirty="0"/>
          </a:p>
          <a:p>
            <a:pPr lvl="2"/>
            <a:r>
              <a:rPr lang="de-DE" noProof="0" dirty="0"/>
              <a:t>Third </a:t>
            </a:r>
            <a:r>
              <a:rPr lang="de-DE" noProof="0" dirty="0" err="1"/>
              <a:t>level</a:t>
            </a:r>
            <a:endParaRPr lang="de-DE" noProof="0" dirty="0"/>
          </a:p>
          <a:p>
            <a:pPr lvl="3"/>
            <a:r>
              <a:rPr lang="de-DE" noProof="0" dirty="0"/>
              <a:t>Forth </a:t>
            </a:r>
            <a:r>
              <a:rPr lang="de-DE" noProof="0" dirty="0" err="1"/>
              <a:t>level</a:t>
            </a:r>
            <a:endParaRPr lang="de-DE" noProof="0" dirty="0"/>
          </a:p>
          <a:p>
            <a:pPr lvl="4"/>
            <a:r>
              <a:rPr lang="de-DE" noProof="0" dirty="0" err="1"/>
              <a:t>Fifth</a:t>
            </a:r>
            <a:r>
              <a:rPr lang="de-DE" noProof="0" dirty="0"/>
              <a:t> </a:t>
            </a:r>
            <a:r>
              <a:rPr lang="de-DE" noProof="0" dirty="0" err="1"/>
              <a:t>level</a:t>
            </a:r>
            <a:endParaRPr lang="de-DE" noProof="0" dirty="0"/>
          </a:p>
          <a:p>
            <a:pPr lvl="4"/>
            <a:endParaRPr lang="de-DE" noProof="0" dirty="0"/>
          </a:p>
        </p:txBody>
      </p:sp>
    </p:spTree>
    <p:extLst>
      <p:ext uri="{BB962C8B-B14F-4D97-AF65-F5344CB8AC3E}">
        <p14:creationId xmlns:p14="http://schemas.microsoft.com/office/powerpoint/2010/main" val="229604735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5" pos="1977" userDrawn="1">
          <p15:clr>
            <a:srgbClr val="FBAE40"/>
          </p15:clr>
        </p15:guide>
        <p15:guide id="16" pos="2104" userDrawn="1">
          <p15:clr>
            <a:srgbClr val="FBAE40"/>
          </p15:clr>
        </p15:guide>
        <p15:guide id="17" pos="3911" userDrawn="1">
          <p15:clr>
            <a:srgbClr val="FBAE40"/>
          </p15:clr>
        </p15:guide>
        <p15:guide id="18" pos="3777" userDrawn="1">
          <p15:clr>
            <a:srgbClr val="FBAE40"/>
          </p15:clr>
        </p15:guide>
        <p15:guide id="19" pos="5711" userDrawn="1">
          <p15:clr>
            <a:srgbClr val="FBAE40"/>
          </p15:clr>
        </p15:guide>
        <p15:guide id="20" pos="5576" userDrawn="1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Key N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kt 4" hidden="1">
            <a:extLst>
              <a:ext uri="{FF2B5EF4-FFF2-40B4-BE49-F238E27FC236}">
                <a16:creationId xmlns:a16="http://schemas.microsoft.com/office/drawing/2014/main" id="{85183DF9-0121-47E6-9B72-30EF7AB86CD4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6957706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344" imgH="344" progId="TCLayout.ActiveDocument.1">
                  <p:embed/>
                </p:oleObj>
              </mc:Choice>
              <mc:Fallback>
                <p:oleObj name="think-cell Folie" r:id="rId3" imgW="344" imgH="344" progId="TCLayout.ActiveDocument.1">
                  <p:embed/>
                  <p:pic>
                    <p:nvPicPr>
                      <p:cNvPr id="5" name="Objekt 4" hidden="1">
                        <a:extLst>
                          <a:ext uri="{FF2B5EF4-FFF2-40B4-BE49-F238E27FC236}">
                            <a16:creationId xmlns:a16="http://schemas.microsoft.com/office/drawing/2014/main" id="{85183DF9-0121-47E6-9B72-30EF7AB86CD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Bildplatzhalter 1"/>
          <p:cNvSpPr>
            <a:spLocks noGrp="1"/>
          </p:cNvSpPr>
          <p:nvPr>
            <p:ph type="pic" sz="quarter" idx="10" hasCustomPrompt="1"/>
          </p:nvPr>
        </p:nvSpPr>
        <p:spPr>
          <a:xfrm>
            <a:off x="10578" y="-30637"/>
            <a:ext cx="12192000" cy="6570482"/>
          </a:xfrm>
          <a:gradFill>
            <a:gsLst>
              <a:gs pos="1000">
                <a:schemeClr val="tx2"/>
              </a:gs>
              <a:gs pos="100000">
                <a:schemeClr val="tx2">
                  <a:lumMod val="50000"/>
                </a:schemeClr>
              </a:gs>
            </a:gsLst>
            <a:lin ang="5400000" scaled="0"/>
          </a:gradFill>
        </p:spPr>
        <p:txBody>
          <a:bodyPr vert="horz" lIns="0" tIns="0" rIns="0" bIns="0" rtlCol="0">
            <a:noAutofit/>
          </a:bodyPr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lang="de-DE" noProof="0"/>
            </a:lvl1pPr>
          </a:lstStyle>
          <a:p>
            <a:pPr marL="0" lvl="0" indent="0">
              <a:buNone/>
            </a:pPr>
            <a:r>
              <a:rPr lang="de-DE" noProof="0"/>
              <a:t> </a:t>
            </a:r>
          </a:p>
        </p:txBody>
      </p:sp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0" y="1412875"/>
            <a:ext cx="12202578" cy="1449216"/>
          </a:xfrm>
          <a:noFill/>
        </p:spPr>
        <p:txBody>
          <a:bodyPr vert="horz" lIns="572400" tIns="108000" rIns="572400" bIns="108000"/>
          <a:lstStyle>
            <a:lvl1pPr algn="l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4000">
                <a:solidFill>
                  <a:schemeClr val="bg1"/>
                </a:solidFill>
              </a:defRPr>
            </a:lvl1pPr>
          </a:lstStyle>
          <a:p>
            <a:r>
              <a:rPr lang="de-DE" noProof="0" dirty="0"/>
              <a:t>Key Note </a:t>
            </a:r>
            <a:r>
              <a:rPr lang="de-DE" noProof="0" dirty="0" err="1"/>
              <a:t>slide</a:t>
            </a:r>
            <a:r>
              <a:rPr lang="de-DE" noProof="0" dirty="0"/>
              <a:t> </a:t>
            </a:r>
            <a:r>
              <a:rPr lang="de-DE" noProof="0" dirty="0" err="1"/>
              <a:t>with</a:t>
            </a:r>
            <a:r>
              <a:rPr lang="de-DE" noProof="0" dirty="0"/>
              <a:t> </a:t>
            </a:r>
            <a:r>
              <a:rPr lang="de-DE" noProof="0" dirty="0" err="1"/>
              <a:t>or</a:t>
            </a:r>
            <a:r>
              <a:rPr lang="de-DE" noProof="0" dirty="0"/>
              <a:t> </a:t>
            </a:r>
            <a:r>
              <a:rPr lang="de-DE" noProof="0" dirty="0" err="1"/>
              <a:t>without</a:t>
            </a:r>
            <a:r>
              <a:rPr lang="de-DE" noProof="0" dirty="0"/>
              <a:t> Picture. </a:t>
            </a:r>
            <a:br>
              <a:rPr lang="de-DE" noProof="0" dirty="0"/>
            </a:br>
            <a:r>
              <a:rPr lang="de-DE" noProof="0" dirty="0"/>
              <a:t>(Short!) Text </a:t>
            </a:r>
            <a:r>
              <a:rPr lang="de-DE" noProof="0" dirty="0" err="1"/>
              <a:t>can</a:t>
            </a:r>
            <a:r>
              <a:rPr lang="de-DE" noProof="0" dirty="0"/>
              <a:t> </a:t>
            </a:r>
            <a:r>
              <a:rPr lang="de-DE" noProof="0" dirty="0" err="1"/>
              <a:t>be</a:t>
            </a:r>
            <a:r>
              <a:rPr lang="de-DE" noProof="0" dirty="0"/>
              <a:t> </a:t>
            </a:r>
            <a:r>
              <a:rPr lang="de-DE" noProof="0" dirty="0" err="1"/>
              <a:t>moved</a:t>
            </a:r>
            <a:r>
              <a:rPr lang="de-DE" noProof="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28400392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image" Target="../media/image1.emf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oleObject" Target="../embeddings/oleObject1.bin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tags" Target="../tags/tag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Objekt 9" hidden="1">
            <a:extLst>
              <a:ext uri="{FF2B5EF4-FFF2-40B4-BE49-F238E27FC236}">
                <a16:creationId xmlns:a16="http://schemas.microsoft.com/office/drawing/2014/main" id="{09EE4F16-695E-4248-98E9-D0E744B1D25A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22"/>
            </p:custDataLst>
            <p:extLst>
              <p:ext uri="{D42A27DB-BD31-4B8C-83A1-F6EECF244321}">
                <p14:modId xmlns:p14="http://schemas.microsoft.com/office/powerpoint/2010/main" val="371585721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23" imgW="344" imgH="344" progId="TCLayout.ActiveDocument.1">
                  <p:embed/>
                </p:oleObj>
              </mc:Choice>
              <mc:Fallback>
                <p:oleObj name="think-cell Folie" r:id="rId23" imgW="344" imgH="344" progId="TCLayout.ActiveDocument.1">
                  <p:embed/>
                  <p:pic>
                    <p:nvPicPr>
                      <p:cNvPr id="10" name="Objekt 9" hidden="1">
                        <a:extLst>
                          <a:ext uri="{FF2B5EF4-FFF2-40B4-BE49-F238E27FC236}">
                            <a16:creationId xmlns:a16="http://schemas.microsoft.com/office/drawing/2014/main" id="{09EE4F16-695E-4248-98E9-D0E744B1D25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Textplatzhalter 1"/>
          <p:cNvSpPr>
            <a:spLocks noGrp="1"/>
          </p:cNvSpPr>
          <p:nvPr>
            <p:ph type="body" idx="1"/>
          </p:nvPr>
        </p:nvSpPr>
        <p:spPr>
          <a:xfrm>
            <a:off x="488947" y="1413933"/>
            <a:ext cx="11224684" cy="4894792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de-DE" noProof="0" dirty="0"/>
              <a:t>Click </a:t>
            </a:r>
            <a:r>
              <a:rPr lang="de-DE" noProof="0" dirty="0" err="1"/>
              <a:t>to</a:t>
            </a:r>
            <a:r>
              <a:rPr lang="de-DE" noProof="0" dirty="0"/>
              <a:t> </a:t>
            </a:r>
            <a:r>
              <a:rPr lang="de-DE" noProof="0" dirty="0" err="1"/>
              <a:t>edit</a:t>
            </a:r>
            <a:r>
              <a:rPr lang="de-DE" noProof="0" dirty="0"/>
              <a:t> </a:t>
            </a:r>
            <a:r>
              <a:rPr lang="de-DE" noProof="0" dirty="0" err="1"/>
              <a:t>text</a:t>
            </a:r>
            <a:endParaRPr lang="de-DE" noProof="0" dirty="0"/>
          </a:p>
          <a:p>
            <a:pPr lvl="1"/>
            <a:r>
              <a:rPr lang="de-DE" noProof="0" dirty="0"/>
              <a:t>Second </a:t>
            </a:r>
            <a:r>
              <a:rPr lang="de-DE" noProof="0" dirty="0" err="1"/>
              <a:t>level</a:t>
            </a:r>
            <a:endParaRPr lang="de-DE" noProof="0" dirty="0"/>
          </a:p>
          <a:p>
            <a:pPr lvl="2"/>
            <a:r>
              <a:rPr lang="de-DE" noProof="0" dirty="0"/>
              <a:t>Third </a:t>
            </a:r>
            <a:r>
              <a:rPr lang="de-DE" noProof="0" dirty="0" err="1"/>
              <a:t>level</a:t>
            </a:r>
            <a:endParaRPr lang="de-DE" noProof="0" dirty="0"/>
          </a:p>
          <a:p>
            <a:pPr lvl="3"/>
            <a:r>
              <a:rPr lang="de-DE" noProof="0" dirty="0"/>
              <a:t>Forth </a:t>
            </a:r>
            <a:r>
              <a:rPr lang="de-DE" noProof="0" dirty="0" err="1"/>
              <a:t>level</a:t>
            </a:r>
            <a:endParaRPr lang="de-DE" noProof="0" dirty="0"/>
          </a:p>
          <a:p>
            <a:pPr lvl="4"/>
            <a:r>
              <a:rPr lang="de-DE" noProof="0" dirty="0" err="1"/>
              <a:t>Fifth</a:t>
            </a:r>
            <a:r>
              <a:rPr lang="de-DE" noProof="0" dirty="0"/>
              <a:t> </a:t>
            </a:r>
            <a:r>
              <a:rPr lang="de-DE" noProof="0" dirty="0" err="1"/>
              <a:t>level</a:t>
            </a:r>
            <a:endParaRPr lang="de-DE" noProof="0" dirty="0"/>
          </a:p>
        </p:txBody>
      </p:sp>
      <p:sp>
        <p:nvSpPr>
          <p:cNvPr id="2" name="Titelplatzhalter 1"/>
          <p:cNvSpPr>
            <a:spLocks noGrp="1"/>
          </p:cNvSpPr>
          <p:nvPr>
            <p:ph type="title"/>
          </p:nvPr>
        </p:nvSpPr>
        <p:spPr>
          <a:xfrm>
            <a:off x="488947" y="347184"/>
            <a:ext cx="11224684" cy="40011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de-DE" noProof="0" dirty="0"/>
              <a:t>Click </a:t>
            </a:r>
            <a:r>
              <a:rPr lang="de-DE" noProof="0" dirty="0" err="1"/>
              <a:t>to</a:t>
            </a:r>
            <a:r>
              <a:rPr lang="de-DE" noProof="0" dirty="0"/>
              <a:t> </a:t>
            </a:r>
            <a:r>
              <a:rPr lang="de-DE" noProof="0" dirty="0" err="1"/>
              <a:t>edit</a:t>
            </a:r>
            <a:r>
              <a:rPr lang="de-DE" noProof="0" dirty="0"/>
              <a:t> Action Title. 26pt. </a:t>
            </a:r>
            <a:r>
              <a:rPr lang="de-DE" noProof="0" dirty="0" err="1"/>
              <a:t>Uppercase</a:t>
            </a:r>
            <a:r>
              <a:rPr lang="de-DE" noProof="0" dirty="0"/>
              <a:t>. </a:t>
            </a:r>
            <a:r>
              <a:rPr lang="de-DE" noProof="0" dirty="0" err="1"/>
              <a:t>Two</a:t>
            </a:r>
            <a:r>
              <a:rPr lang="de-DE" noProof="0" dirty="0"/>
              <a:t> </a:t>
            </a:r>
            <a:r>
              <a:rPr lang="de-DE" noProof="0" dirty="0" err="1"/>
              <a:t>lines</a:t>
            </a:r>
            <a:r>
              <a:rPr lang="de-DE" noProof="0" dirty="0"/>
              <a:t> max.</a:t>
            </a:r>
          </a:p>
        </p:txBody>
      </p:sp>
      <p:cxnSp>
        <p:nvCxnSpPr>
          <p:cNvPr id="9" name="BMW Group Trennlinie">
            <a:extLst>
              <a:ext uri="{FF2B5EF4-FFF2-40B4-BE49-F238E27FC236}">
                <a16:creationId xmlns:a16="http://schemas.microsoft.com/office/drawing/2014/main" id="{BC1828C9-D469-4FB9-A7A2-6539CE4617FD}"/>
              </a:ext>
            </a:extLst>
          </p:cNvPr>
          <p:cNvCxnSpPr/>
          <p:nvPr userDrawn="1"/>
        </p:nvCxnSpPr>
        <p:spPr>
          <a:xfrm>
            <a:off x="-1" y="6572265"/>
            <a:ext cx="12192001" cy="0"/>
          </a:xfrm>
          <a:prstGeom prst="line">
            <a:avLst/>
          </a:prstGeom>
          <a:ln w="12700">
            <a:solidFill>
              <a:schemeClr val="tx1">
                <a:alpha val="25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SeitenzahlAU1">
            <a:extLst>
              <a:ext uri="{FF2B5EF4-FFF2-40B4-BE49-F238E27FC236}">
                <a16:creationId xmlns:a16="http://schemas.microsoft.com/office/drawing/2014/main" id="{2222059C-550C-4186-A024-687BF66686BC}"/>
              </a:ext>
            </a:extLst>
          </p:cNvPr>
          <p:cNvSpPr/>
          <p:nvPr userDrawn="1"/>
        </p:nvSpPr>
        <p:spPr>
          <a:xfrm>
            <a:off x="11338527" y="6638189"/>
            <a:ext cx="375104" cy="153888"/>
          </a:xfrm>
          <a:prstGeom prst="rect">
            <a:avLst/>
          </a:prstGeom>
        </p:spPr>
        <p:txBody>
          <a:bodyPr vert="horz" wrap="none" lIns="0" tIns="0" rIns="0" bIns="0" rtlCol="0" anchor="ctr">
            <a:spAutoFit/>
          </a:bodyPr>
          <a:lstStyle/>
          <a:p>
            <a:pPr lvl="0" algn="r" rtl="0"/>
            <a:r>
              <a:rPr lang="en-GB" sz="1000" noProof="0">
                <a:solidFill>
                  <a:schemeClr val="tx1">
                    <a:lumMod val="65000"/>
                    <a:lumOff val="35000"/>
                  </a:schemeClr>
                </a:solidFill>
              </a:rPr>
              <a:t>- </a:t>
            </a:r>
            <a:fld id="{13EADCD7-5958-46D5-9257-6B99F6E48D58}" type="slidenum">
              <a:rPr lang="en-GB" sz="1000" noProof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pPr lvl="0" algn="r" rtl="0"/>
              <a:t>‹Nr.›</a:t>
            </a:fld>
            <a:r>
              <a:rPr lang="en-GB" sz="1000" noProof="0">
                <a:solidFill>
                  <a:schemeClr val="tx1">
                    <a:lumMod val="65000"/>
                    <a:lumOff val="35000"/>
                  </a:schemeClr>
                </a:solidFill>
              </a:rPr>
              <a:t> -</a:t>
            </a:r>
          </a:p>
        </p:txBody>
      </p:sp>
      <p:sp>
        <p:nvSpPr>
          <p:cNvPr id="12" name="FußzeileAU1">
            <a:extLst>
              <a:ext uri="{FF2B5EF4-FFF2-40B4-BE49-F238E27FC236}">
                <a16:creationId xmlns:a16="http://schemas.microsoft.com/office/drawing/2014/main" id="{90D422AA-106A-4F31-9838-F8E0F4532E2E}"/>
              </a:ext>
            </a:extLst>
          </p:cNvPr>
          <p:cNvSpPr txBox="1">
            <a:spLocks/>
          </p:cNvSpPr>
          <p:nvPr userDrawn="1"/>
        </p:nvSpPr>
        <p:spPr>
          <a:xfrm>
            <a:off x="488947" y="6638179"/>
            <a:ext cx="1372171" cy="153888"/>
          </a:xfrm>
          <a:prstGeom prst="rect">
            <a:avLst/>
          </a:prstGeom>
        </p:spPr>
        <p:txBody>
          <a:bodyPr vert="horz" wrap="none" lIns="0" tIns="0" rIns="0" bIns="0" rtlCol="0" anchor="ctr">
            <a:spAutoFit/>
          </a:bodyPr>
          <a:lstStyle>
            <a:defPPr>
              <a:defRPr lang="de-DE"/>
            </a:defPPr>
            <a:lvl1pPr>
              <a:defRPr sz="1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lvl="0" rtl="0"/>
            <a:r>
              <a:rPr lang="en-GB" noProof="0"/>
              <a:t>Department | Date | Author </a:t>
            </a:r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3D42D1FA-E8D9-4B13-727E-AB675C71905B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5636387" y="6611620"/>
            <a:ext cx="947738" cy="18288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de-DE" sz="1200">
                <a:solidFill>
                  <a:srgbClr val="C00000">
                    <a:alpha val="50000"/>
                  </a:srgbClr>
                </a:solidFill>
                <a:latin typeface="BMW Group Condensed" panose="020B0606020202020204" pitchFamily="34" charset="0"/>
              </a:rPr>
              <a:t>CONFIDENTIAL</a:t>
            </a:r>
          </a:p>
        </p:txBody>
      </p:sp>
    </p:spTree>
    <p:extLst>
      <p:ext uri="{BB962C8B-B14F-4D97-AF65-F5344CB8AC3E}">
        <p14:creationId xmlns:p14="http://schemas.microsoft.com/office/powerpoint/2010/main" val="12889365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6" r:id="rId1"/>
    <p:sldLayoutId id="2147483700" r:id="rId2"/>
    <p:sldLayoutId id="2147483701" r:id="rId3"/>
    <p:sldLayoutId id="2147483702" r:id="rId4"/>
    <p:sldLayoutId id="2147483703" r:id="rId5"/>
    <p:sldLayoutId id="2147483704" r:id="rId6"/>
    <p:sldLayoutId id="2147483705" r:id="rId7"/>
    <p:sldLayoutId id="2147483706" r:id="rId8"/>
    <p:sldLayoutId id="2147483707" r:id="rId9"/>
    <p:sldLayoutId id="2147483708" r:id="rId10"/>
    <p:sldLayoutId id="2147483709" r:id="rId11"/>
    <p:sldLayoutId id="2147483710" r:id="rId12"/>
    <p:sldLayoutId id="2147483711" r:id="rId13"/>
    <p:sldLayoutId id="2147483719" r:id="rId14"/>
    <p:sldLayoutId id="2147483713" r:id="rId15"/>
    <p:sldLayoutId id="2147483714" r:id="rId16"/>
    <p:sldLayoutId id="2147483715" r:id="rId17"/>
    <p:sldLayoutId id="2147483716" r:id="rId18"/>
    <p:sldLayoutId id="2147483717" r:id="rId19"/>
    <p:sldLayoutId id="2147483718" r:id="rId20"/>
  </p:sldLayoutIdLst>
  <p:hf sldNum="0" hdr="0" ftr="0" dt="0"/>
  <p:txStyles>
    <p:titleStyle>
      <a:lvl1pPr algn="l" defTabSz="9144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None/>
        <a:defRPr sz="2600" b="0" kern="1200" cap="all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190800" indent="-19080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Clr>
          <a:schemeClr val="tx2"/>
        </a:buClr>
        <a:buFont typeface="Wingdings" panose="05000000000000000000" pitchFamily="2" charset="2"/>
        <a:buChar char="§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381600" indent="-19080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Clr>
          <a:schemeClr val="tx2"/>
        </a:buClr>
        <a:buFont typeface="BMW Group Condensed" panose="020B0606020202020204" pitchFamily="34" charset="0"/>
        <a:buChar char="-"/>
        <a:defRPr lang="de-DE" sz="1800" kern="1200" dirty="0" smtClean="0">
          <a:solidFill>
            <a:schemeClr val="tx1"/>
          </a:solidFill>
          <a:latin typeface="+mn-lt"/>
          <a:ea typeface="+mn-ea"/>
          <a:cs typeface="+mn-cs"/>
        </a:defRPr>
      </a:lvl2pPr>
      <a:lvl3pPr marL="572400" indent="-19080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Clr>
          <a:schemeClr val="tx2"/>
        </a:buClr>
        <a:buFont typeface="BMW Group Condensed" panose="020B0606020202020204" pitchFamily="34" charset="0"/>
        <a:buChar char="-"/>
        <a:defRPr lang="de-DE" sz="1800" kern="1200" dirty="0" smtClean="0">
          <a:solidFill>
            <a:schemeClr val="tx1"/>
          </a:solidFill>
          <a:latin typeface="+mn-lt"/>
          <a:ea typeface="+mn-ea"/>
          <a:cs typeface="+mn-cs"/>
        </a:defRPr>
      </a:lvl3pPr>
      <a:lvl4pPr marL="763200" indent="-19080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Clr>
          <a:schemeClr val="tx2"/>
        </a:buClr>
        <a:buFont typeface="BMW Group Condensed" panose="020B0606020202020204" pitchFamily="34" charset="0"/>
        <a:buChar char="-"/>
        <a:defRPr lang="de-DE" sz="1800" kern="1200" dirty="0" smtClean="0">
          <a:solidFill>
            <a:schemeClr val="tx1"/>
          </a:solidFill>
          <a:latin typeface="+mn-lt"/>
          <a:ea typeface="+mn-ea"/>
          <a:cs typeface="+mn-cs"/>
        </a:defRPr>
      </a:lvl4pPr>
      <a:lvl5pPr marL="954000" indent="-19080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Clr>
          <a:schemeClr val="tx2"/>
        </a:buClr>
        <a:buFont typeface="BMW Group Condensed" panose="020B0606020202020204" pitchFamily="34" charset="0"/>
        <a:buChar char="-"/>
        <a:defRPr lang="de-DE" sz="1800" kern="1200" dirty="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6" pos="302" userDrawn="1">
          <p15:clr>
            <a:srgbClr val="F26B43"/>
          </p15:clr>
        </p15:guide>
        <p15:guide id="7" orient="horz" pos="217" userDrawn="1">
          <p15:clr>
            <a:srgbClr val="F26B43"/>
          </p15:clr>
        </p15:guide>
        <p15:guide id="8" pos="7378" userDrawn="1">
          <p15:clr>
            <a:srgbClr val="F26B43"/>
          </p15:clr>
        </p15:guide>
        <p15:guide id="9" orient="horz" pos="890" userDrawn="1">
          <p15:clr>
            <a:srgbClr val="F26B43"/>
          </p15:clr>
        </p15:guide>
        <p15:guide id="10" orient="horz" pos="3974" userDrawn="1">
          <p15:clr>
            <a:srgbClr val="F26B43"/>
          </p15:clr>
        </p15:guide>
        <p15:guide id="11" orient="horz" pos="4139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svg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hteck: abgerundete Ecken 2">
            <a:extLst>
              <a:ext uri="{FF2B5EF4-FFF2-40B4-BE49-F238E27FC236}">
                <a16:creationId xmlns:a16="http://schemas.microsoft.com/office/drawing/2014/main" id="{4CF501E2-6EBE-0053-AD7C-C7BC20F71E81}"/>
              </a:ext>
            </a:extLst>
          </p:cNvPr>
          <p:cNvSpPr/>
          <p:nvPr/>
        </p:nvSpPr>
        <p:spPr>
          <a:xfrm>
            <a:off x="2554663" y="2592371"/>
            <a:ext cx="7051249" cy="2658359"/>
          </a:xfrm>
          <a:prstGeom prst="roundRect">
            <a:avLst>
              <a:gd name="adj" fmla="val 6923"/>
            </a:avLst>
          </a:prstGeom>
          <a:solidFill>
            <a:schemeClr val="tx2">
              <a:alpha val="15000"/>
            </a:schemeClr>
          </a:solidFill>
          <a:ln w="25400">
            <a:solidFill>
              <a:srgbClr val="035970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l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93AD1A3C-0A6B-49F4-4EEA-BB29DB7D3B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C4834970-340F-291A-5119-6CFE7D98EC32}"/>
              </a:ext>
            </a:extLst>
          </p:cNvPr>
          <p:cNvSpPr txBox="1"/>
          <p:nvPr/>
        </p:nvSpPr>
        <p:spPr>
          <a:xfrm>
            <a:off x="2850035" y="2887033"/>
            <a:ext cx="3494204" cy="20313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Tx/>
              <a:buNone/>
            </a:pPr>
            <a:r>
              <a:rPr lang="en-US" sz="4400" kern="1200" dirty="0">
                <a:solidFill>
                  <a:srgbClr val="035970"/>
                </a:solidFill>
                <a:latin typeface="Consolas" panose="020B0609020204030204" pitchFamily="49" charset="0"/>
              </a:rPr>
              <a:t>Distributed</a:t>
            </a:r>
            <a:br>
              <a:rPr lang="en-US" sz="4400" kern="1200" dirty="0">
                <a:solidFill>
                  <a:srgbClr val="035970"/>
                </a:solidFill>
                <a:latin typeface="Consolas" panose="020B0609020204030204" pitchFamily="49" charset="0"/>
              </a:rPr>
            </a:br>
            <a:r>
              <a:rPr lang="en-US" sz="4400" kern="1200" dirty="0">
                <a:solidFill>
                  <a:srgbClr val="035970"/>
                </a:solidFill>
                <a:latin typeface="Consolas" panose="020B0609020204030204" pitchFamily="49" charset="0"/>
              </a:rPr>
              <a:t>Design</a:t>
            </a:r>
            <a:br>
              <a:rPr lang="en-US" sz="4400" kern="1200" dirty="0">
                <a:solidFill>
                  <a:srgbClr val="035970"/>
                </a:solidFill>
                <a:latin typeface="Consolas" panose="020B0609020204030204" pitchFamily="49" charset="0"/>
              </a:rPr>
            </a:br>
            <a:r>
              <a:rPr lang="en-US" sz="4400" kern="1200" dirty="0">
                <a:solidFill>
                  <a:srgbClr val="035970"/>
                </a:solidFill>
                <a:latin typeface="Consolas" panose="020B0609020204030204" pitchFamily="49" charset="0"/>
              </a:rPr>
              <a:t>Optimizer</a:t>
            </a:r>
          </a:p>
        </p:txBody>
      </p:sp>
      <p:sp>
        <p:nvSpPr>
          <p:cNvPr id="6" name="Rechteck: abgerundete Ecken 5">
            <a:extLst>
              <a:ext uri="{FF2B5EF4-FFF2-40B4-BE49-F238E27FC236}">
                <a16:creationId xmlns:a16="http://schemas.microsoft.com/office/drawing/2014/main" id="{EC8F4238-A014-F516-B174-CD06622BED8F}"/>
              </a:ext>
            </a:extLst>
          </p:cNvPr>
          <p:cNvSpPr>
            <a:spLocks noChangeAspect="1"/>
          </p:cNvSpPr>
          <p:nvPr/>
        </p:nvSpPr>
        <p:spPr>
          <a:xfrm>
            <a:off x="7051253" y="2912958"/>
            <a:ext cx="1197000" cy="684000"/>
          </a:xfrm>
          <a:prstGeom prst="roundRect">
            <a:avLst/>
          </a:prstGeom>
          <a:solidFill>
            <a:srgbClr val="035970">
              <a:alpha val="20000"/>
            </a:srgbClr>
          </a:solidFill>
          <a:ln w="25400">
            <a:solidFill>
              <a:schemeClr val="tx2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l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7" name="Rechteck: abgerundete Ecken 6">
            <a:extLst>
              <a:ext uri="{FF2B5EF4-FFF2-40B4-BE49-F238E27FC236}">
                <a16:creationId xmlns:a16="http://schemas.microsoft.com/office/drawing/2014/main" id="{FB3B2A9D-BD2B-8FFD-4F53-945357756656}"/>
              </a:ext>
            </a:extLst>
          </p:cNvPr>
          <p:cNvSpPr>
            <a:spLocks noChangeAspect="1"/>
          </p:cNvSpPr>
          <p:nvPr/>
        </p:nvSpPr>
        <p:spPr>
          <a:xfrm>
            <a:off x="5987594" y="4257696"/>
            <a:ext cx="1197000" cy="684000"/>
          </a:xfrm>
          <a:prstGeom prst="roundRect">
            <a:avLst/>
          </a:prstGeom>
          <a:solidFill>
            <a:srgbClr val="E96D0C">
              <a:alpha val="20000"/>
            </a:srgbClr>
          </a:solidFill>
          <a:ln w="25400">
            <a:solidFill>
              <a:srgbClr val="E96D0C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l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8" name="Rechteck: abgerundete Ecken 7">
            <a:extLst>
              <a:ext uri="{FF2B5EF4-FFF2-40B4-BE49-F238E27FC236}">
                <a16:creationId xmlns:a16="http://schemas.microsoft.com/office/drawing/2014/main" id="{095507F1-1A4C-DF79-713A-AD6B68BBB23D}"/>
              </a:ext>
            </a:extLst>
          </p:cNvPr>
          <p:cNvSpPr>
            <a:spLocks noChangeAspect="1"/>
          </p:cNvSpPr>
          <p:nvPr/>
        </p:nvSpPr>
        <p:spPr>
          <a:xfrm>
            <a:off x="8114911" y="4257696"/>
            <a:ext cx="1197000" cy="684000"/>
          </a:xfrm>
          <a:prstGeom prst="roundRect">
            <a:avLst/>
          </a:prstGeom>
          <a:solidFill>
            <a:srgbClr val="8D1E77">
              <a:alpha val="20000"/>
            </a:srgbClr>
          </a:solidFill>
          <a:ln w="25400">
            <a:solidFill>
              <a:srgbClr val="8D1E77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l"/>
            <a:endParaRPr lang="en-US" dirty="0">
              <a:solidFill>
                <a:schemeClr val="tx1"/>
              </a:solidFill>
            </a:endParaRPr>
          </a:p>
        </p:txBody>
      </p:sp>
      <p:cxnSp>
        <p:nvCxnSpPr>
          <p:cNvPr id="9" name="Gerade Verbindung mit Pfeil 8">
            <a:extLst>
              <a:ext uri="{FF2B5EF4-FFF2-40B4-BE49-F238E27FC236}">
                <a16:creationId xmlns:a16="http://schemas.microsoft.com/office/drawing/2014/main" id="{77D4A0EF-2D71-4AFF-D606-0DF5E0019971}"/>
              </a:ext>
            </a:extLst>
          </p:cNvPr>
          <p:cNvCxnSpPr/>
          <p:nvPr/>
        </p:nvCxnSpPr>
        <p:spPr>
          <a:xfrm flipV="1">
            <a:off x="6344239" y="3525625"/>
            <a:ext cx="707014" cy="732071"/>
          </a:xfrm>
          <a:prstGeom prst="straightConnector1">
            <a:avLst/>
          </a:prstGeom>
          <a:ln w="25400">
            <a:solidFill>
              <a:schemeClr val="tx1">
                <a:lumMod val="65000"/>
                <a:lumOff val="35000"/>
              </a:schemeClr>
            </a:solidFill>
            <a:miter lim="800000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Gerade Verbindung mit Pfeil 9">
            <a:extLst>
              <a:ext uri="{FF2B5EF4-FFF2-40B4-BE49-F238E27FC236}">
                <a16:creationId xmlns:a16="http://schemas.microsoft.com/office/drawing/2014/main" id="{832B993A-F99A-352C-6ED1-3AB36797C49E}"/>
              </a:ext>
            </a:extLst>
          </p:cNvPr>
          <p:cNvCxnSpPr>
            <a:cxnSpLocks/>
          </p:cNvCxnSpPr>
          <p:nvPr/>
        </p:nvCxnSpPr>
        <p:spPr>
          <a:xfrm flipV="1">
            <a:off x="6664751" y="3612036"/>
            <a:ext cx="604891" cy="645660"/>
          </a:xfrm>
          <a:prstGeom prst="straightConnector1">
            <a:avLst/>
          </a:prstGeom>
          <a:ln w="25400">
            <a:solidFill>
              <a:schemeClr val="tx1">
                <a:lumMod val="65000"/>
                <a:lumOff val="35000"/>
              </a:schemeClr>
            </a:solidFill>
            <a:miter lim="800000"/>
            <a:headEnd type="triangle" w="lg" len="lg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Gerade Verbindung mit Pfeil 11">
            <a:extLst>
              <a:ext uri="{FF2B5EF4-FFF2-40B4-BE49-F238E27FC236}">
                <a16:creationId xmlns:a16="http://schemas.microsoft.com/office/drawing/2014/main" id="{729BAE5F-7034-E5BE-4D5E-9F527EA5B9E7}"/>
              </a:ext>
            </a:extLst>
          </p:cNvPr>
          <p:cNvCxnSpPr>
            <a:cxnSpLocks/>
          </p:cNvCxnSpPr>
          <p:nvPr/>
        </p:nvCxnSpPr>
        <p:spPr>
          <a:xfrm>
            <a:off x="7184594" y="4477732"/>
            <a:ext cx="930317" cy="0"/>
          </a:xfrm>
          <a:prstGeom prst="straightConnector1">
            <a:avLst/>
          </a:prstGeom>
          <a:ln w="25400">
            <a:solidFill>
              <a:schemeClr val="tx1">
                <a:lumMod val="65000"/>
                <a:lumOff val="35000"/>
              </a:schemeClr>
            </a:solidFill>
            <a:miter lim="800000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Gerade Verbindung mit Pfeil 14">
            <a:extLst>
              <a:ext uri="{FF2B5EF4-FFF2-40B4-BE49-F238E27FC236}">
                <a16:creationId xmlns:a16="http://schemas.microsoft.com/office/drawing/2014/main" id="{2CA34CA6-F751-0580-2247-D14B5C38E95A}"/>
              </a:ext>
            </a:extLst>
          </p:cNvPr>
          <p:cNvCxnSpPr>
            <a:cxnSpLocks/>
          </p:cNvCxnSpPr>
          <p:nvPr/>
        </p:nvCxnSpPr>
        <p:spPr>
          <a:xfrm>
            <a:off x="7186163" y="4696121"/>
            <a:ext cx="930317" cy="0"/>
          </a:xfrm>
          <a:prstGeom prst="straightConnector1">
            <a:avLst/>
          </a:prstGeom>
          <a:ln w="25400">
            <a:solidFill>
              <a:schemeClr val="tx1">
                <a:lumMod val="65000"/>
                <a:lumOff val="35000"/>
              </a:schemeClr>
            </a:solidFill>
            <a:miter lim="800000"/>
            <a:headEnd type="triangle" w="lg" len="lg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Gerade Verbindung mit Pfeil 15">
            <a:extLst>
              <a:ext uri="{FF2B5EF4-FFF2-40B4-BE49-F238E27FC236}">
                <a16:creationId xmlns:a16="http://schemas.microsoft.com/office/drawing/2014/main" id="{466C248C-2EA8-EFF6-83A4-637D3E7EEB69}"/>
              </a:ext>
            </a:extLst>
          </p:cNvPr>
          <p:cNvCxnSpPr>
            <a:cxnSpLocks/>
          </p:cNvCxnSpPr>
          <p:nvPr/>
        </p:nvCxnSpPr>
        <p:spPr>
          <a:xfrm>
            <a:off x="8248253" y="3525625"/>
            <a:ext cx="707211" cy="732071"/>
          </a:xfrm>
          <a:prstGeom prst="straightConnector1">
            <a:avLst/>
          </a:prstGeom>
          <a:ln w="25400">
            <a:solidFill>
              <a:schemeClr val="tx1">
                <a:lumMod val="65000"/>
                <a:lumOff val="35000"/>
              </a:schemeClr>
            </a:solidFill>
            <a:miter lim="800000"/>
            <a:headEnd type="triangle" w="lg" len="lg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Gerade Verbindung mit Pfeil 20">
            <a:extLst>
              <a:ext uri="{FF2B5EF4-FFF2-40B4-BE49-F238E27FC236}">
                <a16:creationId xmlns:a16="http://schemas.microsoft.com/office/drawing/2014/main" id="{B4A8F6E1-0779-0138-433B-B55B7ACA131C}"/>
              </a:ext>
            </a:extLst>
          </p:cNvPr>
          <p:cNvCxnSpPr>
            <a:cxnSpLocks/>
          </p:cNvCxnSpPr>
          <p:nvPr/>
        </p:nvCxnSpPr>
        <p:spPr>
          <a:xfrm>
            <a:off x="8033006" y="3602609"/>
            <a:ext cx="611373" cy="655087"/>
          </a:xfrm>
          <a:prstGeom prst="straightConnector1">
            <a:avLst/>
          </a:prstGeom>
          <a:ln w="25400">
            <a:solidFill>
              <a:schemeClr val="tx1">
                <a:lumMod val="65000"/>
                <a:lumOff val="35000"/>
              </a:schemeClr>
            </a:solidFill>
            <a:miter lim="800000"/>
            <a:headEnd type="none"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8400884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AC055F-DD4F-823C-A380-45B968A0FB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hteck: abgerundete Ecken 2">
            <a:extLst>
              <a:ext uri="{FF2B5EF4-FFF2-40B4-BE49-F238E27FC236}">
                <a16:creationId xmlns:a16="http://schemas.microsoft.com/office/drawing/2014/main" id="{6912EB78-68F5-378C-AA9A-F2E5C764293A}"/>
              </a:ext>
            </a:extLst>
          </p:cNvPr>
          <p:cNvSpPr/>
          <p:nvPr/>
        </p:nvSpPr>
        <p:spPr>
          <a:xfrm>
            <a:off x="2554663" y="2592371"/>
            <a:ext cx="7051249" cy="2658359"/>
          </a:xfrm>
          <a:prstGeom prst="roundRect">
            <a:avLst>
              <a:gd name="adj" fmla="val 6923"/>
            </a:avLst>
          </a:prstGeom>
          <a:solidFill>
            <a:schemeClr val="tx2">
              <a:alpha val="15000"/>
            </a:schemeClr>
          </a:solidFill>
          <a:ln w="25400">
            <a:solidFill>
              <a:srgbClr val="035970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l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BA5F621F-E484-6C76-837E-6BA05CFFA3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4168C538-6B77-B439-0F86-44173B2D4C5E}"/>
              </a:ext>
            </a:extLst>
          </p:cNvPr>
          <p:cNvSpPr txBox="1"/>
          <p:nvPr/>
        </p:nvSpPr>
        <p:spPr>
          <a:xfrm>
            <a:off x="2850035" y="2887033"/>
            <a:ext cx="3494204" cy="20313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Tx/>
              <a:buNone/>
            </a:pPr>
            <a:r>
              <a:rPr lang="en-US" sz="4400" kern="1200" dirty="0">
                <a:solidFill>
                  <a:srgbClr val="035970"/>
                </a:solidFill>
                <a:latin typeface="Consolas" panose="020B0609020204030204" pitchFamily="49" charset="0"/>
              </a:rPr>
              <a:t>Distributed</a:t>
            </a:r>
            <a:br>
              <a:rPr lang="en-US" sz="4400" kern="1200" dirty="0">
                <a:solidFill>
                  <a:srgbClr val="035970"/>
                </a:solidFill>
                <a:latin typeface="Consolas" panose="020B0609020204030204" pitchFamily="49" charset="0"/>
              </a:rPr>
            </a:br>
            <a:r>
              <a:rPr lang="en-US" sz="4400" kern="1200" dirty="0">
                <a:solidFill>
                  <a:srgbClr val="035970"/>
                </a:solidFill>
                <a:latin typeface="Consolas" panose="020B0609020204030204" pitchFamily="49" charset="0"/>
              </a:rPr>
              <a:t>Design</a:t>
            </a:r>
            <a:br>
              <a:rPr lang="en-US" sz="4400" kern="1200" dirty="0">
                <a:solidFill>
                  <a:srgbClr val="035970"/>
                </a:solidFill>
                <a:latin typeface="Consolas" panose="020B0609020204030204" pitchFamily="49" charset="0"/>
              </a:rPr>
            </a:br>
            <a:r>
              <a:rPr lang="en-US" sz="4400" kern="1200" dirty="0">
                <a:solidFill>
                  <a:srgbClr val="035970"/>
                </a:solidFill>
                <a:latin typeface="Consolas" panose="020B0609020204030204" pitchFamily="49" charset="0"/>
              </a:rPr>
              <a:t>Optimizer</a:t>
            </a:r>
          </a:p>
        </p:txBody>
      </p:sp>
      <p:sp>
        <p:nvSpPr>
          <p:cNvPr id="17" name="Rechteck: abgerundete Ecken 16">
            <a:extLst>
              <a:ext uri="{FF2B5EF4-FFF2-40B4-BE49-F238E27FC236}">
                <a16:creationId xmlns:a16="http://schemas.microsoft.com/office/drawing/2014/main" id="{281EB258-D578-8728-804D-1E8699B2D109}"/>
              </a:ext>
            </a:extLst>
          </p:cNvPr>
          <p:cNvSpPr>
            <a:spLocks noChangeAspect="1"/>
          </p:cNvSpPr>
          <p:nvPr/>
        </p:nvSpPr>
        <p:spPr>
          <a:xfrm>
            <a:off x="7051253" y="2912958"/>
            <a:ext cx="1197000" cy="684000"/>
          </a:xfrm>
          <a:prstGeom prst="roundRect">
            <a:avLst/>
          </a:prstGeom>
          <a:solidFill>
            <a:srgbClr val="035970">
              <a:alpha val="20000"/>
            </a:srgbClr>
          </a:solidFill>
          <a:ln w="25400">
            <a:solidFill>
              <a:schemeClr val="tx2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l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8" name="Rechteck: abgerundete Ecken 17">
            <a:extLst>
              <a:ext uri="{FF2B5EF4-FFF2-40B4-BE49-F238E27FC236}">
                <a16:creationId xmlns:a16="http://schemas.microsoft.com/office/drawing/2014/main" id="{D21A7F9F-6CD1-996D-9C4C-477D00F0C678}"/>
              </a:ext>
            </a:extLst>
          </p:cNvPr>
          <p:cNvSpPr>
            <a:spLocks noChangeAspect="1"/>
          </p:cNvSpPr>
          <p:nvPr/>
        </p:nvSpPr>
        <p:spPr>
          <a:xfrm>
            <a:off x="5987594" y="4257696"/>
            <a:ext cx="1197000" cy="684000"/>
          </a:xfrm>
          <a:prstGeom prst="roundRect">
            <a:avLst/>
          </a:prstGeom>
          <a:solidFill>
            <a:srgbClr val="E96D0C">
              <a:alpha val="20000"/>
            </a:srgbClr>
          </a:solidFill>
          <a:ln w="25400">
            <a:solidFill>
              <a:srgbClr val="E96D0C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l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9" name="Rechteck: abgerundete Ecken 18">
            <a:extLst>
              <a:ext uri="{FF2B5EF4-FFF2-40B4-BE49-F238E27FC236}">
                <a16:creationId xmlns:a16="http://schemas.microsoft.com/office/drawing/2014/main" id="{F57449AB-9900-C968-4271-4C5AFE684D97}"/>
              </a:ext>
            </a:extLst>
          </p:cNvPr>
          <p:cNvSpPr>
            <a:spLocks noChangeAspect="1"/>
          </p:cNvSpPr>
          <p:nvPr/>
        </p:nvSpPr>
        <p:spPr>
          <a:xfrm>
            <a:off x="7782404" y="4082212"/>
            <a:ext cx="1764000" cy="1008000"/>
          </a:xfrm>
          <a:prstGeom prst="roundRect">
            <a:avLst/>
          </a:prstGeom>
          <a:solidFill>
            <a:srgbClr val="8D1E77">
              <a:alpha val="20000"/>
            </a:srgbClr>
          </a:solidFill>
          <a:ln w="25400">
            <a:solidFill>
              <a:srgbClr val="8D1E77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l"/>
            <a:endParaRPr lang="en-US" dirty="0">
              <a:solidFill>
                <a:schemeClr val="tx1"/>
              </a:solidFill>
            </a:endParaRPr>
          </a:p>
        </p:txBody>
      </p:sp>
      <p:cxnSp>
        <p:nvCxnSpPr>
          <p:cNvPr id="20" name="Gerade Verbindung mit Pfeil 19">
            <a:extLst>
              <a:ext uri="{FF2B5EF4-FFF2-40B4-BE49-F238E27FC236}">
                <a16:creationId xmlns:a16="http://schemas.microsoft.com/office/drawing/2014/main" id="{E59CB1F4-BC8F-CF82-8494-7F5F33B5FA1C}"/>
              </a:ext>
            </a:extLst>
          </p:cNvPr>
          <p:cNvCxnSpPr/>
          <p:nvPr/>
        </p:nvCxnSpPr>
        <p:spPr>
          <a:xfrm flipV="1">
            <a:off x="6344239" y="3525625"/>
            <a:ext cx="707014" cy="732071"/>
          </a:xfrm>
          <a:prstGeom prst="straightConnector1">
            <a:avLst/>
          </a:prstGeom>
          <a:ln w="25400">
            <a:solidFill>
              <a:schemeClr val="tx1">
                <a:lumMod val="65000"/>
                <a:lumOff val="35000"/>
              </a:schemeClr>
            </a:solidFill>
            <a:miter lim="800000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Gerade Verbindung mit Pfeil 21">
            <a:extLst>
              <a:ext uri="{FF2B5EF4-FFF2-40B4-BE49-F238E27FC236}">
                <a16:creationId xmlns:a16="http://schemas.microsoft.com/office/drawing/2014/main" id="{3B7117B4-A7C9-6ECD-E821-01A0B9CE8B9D}"/>
              </a:ext>
            </a:extLst>
          </p:cNvPr>
          <p:cNvCxnSpPr>
            <a:cxnSpLocks/>
          </p:cNvCxnSpPr>
          <p:nvPr/>
        </p:nvCxnSpPr>
        <p:spPr>
          <a:xfrm flipV="1">
            <a:off x="6664751" y="3612036"/>
            <a:ext cx="604891" cy="645660"/>
          </a:xfrm>
          <a:prstGeom prst="straightConnector1">
            <a:avLst/>
          </a:prstGeom>
          <a:ln w="25400">
            <a:solidFill>
              <a:schemeClr val="tx1">
                <a:lumMod val="65000"/>
                <a:lumOff val="35000"/>
              </a:schemeClr>
            </a:solidFill>
            <a:miter lim="800000"/>
            <a:headEnd type="triangle" w="lg" len="lg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Gerade Verbindung mit Pfeil 22">
            <a:extLst>
              <a:ext uri="{FF2B5EF4-FFF2-40B4-BE49-F238E27FC236}">
                <a16:creationId xmlns:a16="http://schemas.microsoft.com/office/drawing/2014/main" id="{C79331D5-8F6E-641B-EA0B-37DFE498AA9E}"/>
              </a:ext>
            </a:extLst>
          </p:cNvPr>
          <p:cNvCxnSpPr>
            <a:cxnSpLocks/>
          </p:cNvCxnSpPr>
          <p:nvPr/>
        </p:nvCxnSpPr>
        <p:spPr>
          <a:xfrm>
            <a:off x="7184594" y="4477732"/>
            <a:ext cx="576000" cy="0"/>
          </a:xfrm>
          <a:prstGeom prst="straightConnector1">
            <a:avLst/>
          </a:prstGeom>
          <a:ln w="25400">
            <a:solidFill>
              <a:schemeClr val="tx1">
                <a:lumMod val="65000"/>
                <a:lumOff val="35000"/>
              </a:schemeClr>
            </a:solidFill>
            <a:miter lim="800000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Gerade Verbindung mit Pfeil 23">
            <a:extLst>
              <a:ext uri="{FF2B5EF4-FFF2-40B4-BE49-F238E27FC236}">
                <a16:creationId xmlns:a16="http://schemas.microsoft.com/office/drawing/2014/main" id="{4E1C25C5-5B03-46FE-3BFC-CE57EAEBAD8B}"/>
              </a:ext>
            </a:extLst>
          </p:cNvPr>
          <p:cNvCxnSpPr>
            <a:cxnSpLocks/>
          </p:cNvCxnSpPr>
          <p:nvPr/>
        </p:nvCxnSpPr>
        <p:spPr>
          <a:xfrm>
            <a:off x="7186163" y="4696121"/>
            <a:ext cx="612000" cy="0"/>
          </a:xfrm>
          <a:prstGeom prst="straightConnector1">
            <a:avLst/>
          </a:prstGeom>
          <a:ln w="25400">
            <a:solidFill>
              <a:schemeClr val="tx1">
                <a:lumMod val="65000"/>
                <a:lumOff val="35000"/>
              </a:schemeClr>
            </a:solidFill>
            <a:miter lim="800000"/>
            <a:headEnd type="triangle" w="lg" len="lg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Gerade Verbindung mit Pfeil 24">
            <a:extLst>
              <a:ext uri="{FF2B5EF4-FFF2-40B4-BE49-F238E27FC236}">
                <a16:creationId xmlns:a16="http://schemas.microsoft.com/office/drawing/2014/main" id="{6FDA3FFC-7640-FDA8-4CD3-79D0EEA62B8B}"/>
              </a:ext>
            </a:extLst>
          </p:cNvPr>
          <p:cNvCxnSpPr>
            <a:cxnSpLocks noChangeAspect="1"/>
          </p:cNvCxnSpPr>
          <p:nvPr/>
        </p:nvCxnSpPr>
        <p:spPr>
          <a:xfrm>
            <a:off x="8248252" y="3525628"/>
            <a:ext cx="216000" cy="223593"/>
          </a:xfrm>
          <a:prstGeom prst="straightConnector1">
            <a:avLst/>
          </a:prstGeom>
          <a:ln w="25400">
            <a:solidFill>
              <a:schemeClr val="tx1">
                <a:lumMod val="65000"/>
                <a:lumOff val="35000"/>
              </a:schemeClr>
            </a:solidFill>
            <a:miter lim="800000"/>
            <a:headEnd type="triangle" w="lg" len="lg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Gerade Verbindung mit Pfeil 25">
            <a:extLst>
              <a:ext uri="{FF2B5EF4-FFF2-40B4-BE49-F238E27FC236}">
                <a16:creationId xmlns:a16="http://schemas.microsoft.com/office/drawing/2014/main" id="{C211960B-AF2E-7E8F-022F-73345795BDC2}"/>
              </a:ext>
            </a:extLst>
          </p:cNvPr>
          <p:cNvCxnSpPr>
            <a:cxnSpLocks noChangeAspect="1"/>
          </p:cNvCxnSpPr>
          <p:nvPr/>
        </p:nvCxnSpPr>
        <p:spPr>
          <a:xfrm>
            <a:off x="8033006" y="3602609"/>
            <a:ext cx="180000" cy="192871"/>
          </a:xfrm>
          <a:prstGeom prst="straightConnector1">
            <a:avLst/>
          </a:prstGeom>
          <a:ln w="25400">
            <a:solidFill>
              <a:schemeClr val="tx1">
                <a:lumMod val="65000"/>
                <a:lumOff val="35000"/>
              </a:schemeClr>
            </a:solidFill>
            <a:miter lim="800000"/>
            <a:headEnd type="none"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Rechteck 3">
            <a:extLst>
              <a:ext uri="{FF2B5EF4-FFF2-40B4-BE49-F238E27FC236}">
                <a16:creationId xmlns:a16="http://schemas.microsoft.com/office/drawing/2014/main" id="{143D6EBE-2E37-19D5-DCDB-C73BD39934F1}"/>
              </a:ext>
            </a:extLst>
          </p:cNvPr>
          <p:cNvSpPr/>
          <p:nvPr/>
        </p:nvSpPr>
        <p:spPr>
          <a:xfrm>
            <a:off x="8076597" y="5153899"/>
            <a:ext cx="1196712" cy="331833"/>
          </a:xfrm>
          <a:prstGeom prst="rect">
            <a:avLst/>
          </a:prstGeom>
          <a:solidFill>
            <a:srgbClr val="D9E6EA"/>
          </a:solidFill>
          <a:ln w="190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l"/>
            <a:endParaRPr lang="en-US" dirty="0">
              <a:solidFill>
                <a:schemeClr val="tx1"/>
              </a:solidFill>
            </a:endParaRPr>
          </a:p>
        </p:txBody>
      </p:sp>
      <p:cxnSp>
        <p:nvCxnSpPr>
          <p:cNvPr id="6" name="Gerade Verbindung mit Pfeil 5">
            <a:extLst>
              <a:ext uri="{FF2B5EF4-FFF2-40B4-BE49-F238E27FC236}">
                <a16:creationId xmlns:a16="http://schemas.microsoft.com/office/drawing/2014/main" id="{033C681A-0930-8CB2-4481-4F93C0FE4BD7}"/>
              </a:ext>
            </a:extLst>
          </p:cNvPr>
          <p:cNvCxnSpPr>
            <a:cxnSpLocks/>
          </p:cNvCxnSpPr>
          <p:nvPr/>
        </p:nvCxnSpPr>
        <p:spPr>
          <a:xfrm>
            <a:off x="8095298" y="3703041"/>
            <a:ext cx="348784" cy="367400"/>
          </a:xfrm>
          <a:prstGeom prst="straightConnector1">
            <a:avLst/>
          </a:prstGeom>
          <a:ln w="47625">
            <a:solidFill>
              <a:schemeClr val="tx1">
                <a:lumMod val="65000"/>
                <a:lumOff val="35000"/>
              </a:schemeClr>
            </a:solidFill>
            <a:miter lim="800000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Gerade Verbindung mit Pfeil 8">
            <a:extLst>
              <a:ext uri="{FF2B5EF4-FFF2-40B4-BE49-F238E27FC236}">
                <a16:creationId xmlns:a16="http://schemas.microsoft.com/office/drawing/2014/main" id="{0E62B238-3B36-40E7-2C49-1B43C248CD7E}"/>
              </a:ext>
            </a:extLst>
          </p:cNvPr>
          <p:cNvCxnSpPr>
            <a:cxnSpLocks/>
          </p:cNvCxnSpPr>
          <p:nvPr/>
        </p:nvCxnSpPr>
        <p:spPr>
          <a:xfrm>
            <a:off x="8460129" y="3707661"/>
            <a:ext cx="348784" cy="367400"/>
          </a:xfrm>
          <a:prstGeom prst="straightConnector1">
            <a:avLst/>
          </a:prstGeom>
          <a:ln w="47625">
            <a:solidFill>
              <a:schemeClr val="tx1">
                <a:lumMod val="65000"/>
                <a:lumOff val="35000"/>
              </a:schemeClr>
            </a:solidFill>
            <a:miter lim="800000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Grafik 10" descr="Lupe mit einfarbiger Füllung">
            <a:extLst>
              <a:ext uri="{FF2B5EF4-FFF2-40B4-BE49-F238E27FC236}">
                <a16:creationId xmlns:a16="http://schemas.microsoft.com/office/drawing/2014/main" id="{B079DDDF-B8F7-9819-D9C6-8A481C8A3F7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269642" y="3204408"/>
            <a:ext cx="3479656" cy="34796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8045132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CHANGETRACKING" val="true"/>
  <p:tag name="THINKCELLPRESENTATIONDONOTDELETE" val="&lt;?xml version=&quot;1.0&quot; encoding=&quot;UTF-16&quot; standalone=&quot;yes&quot;?&gt;&lt;root reqver=&quot;27037&quot;&gt;&lt;version val=&quot;32614&quot;/&gt;&lt;CPresentation id=&quot;1&quot;&gt;&lt;m_precDefaultNumber&gt;&lt;m_bNumberIsYear val=&quot;1&quot;/&gt;&lt;m_chMinusSymbol&gt;-&lt;/m_chMinusSymbol&gt;&lt;m_chDecimalSymbol17909&gt;,&lt;/m_chDecimalSymbol17909&gt;&lt;m_nGroupingDigits17909 val=&quot;3&quot;/&gt;&lt;m_chGroupingSymbol17909&gt;.&lt;/m_chGroupingSymbol17909&gt;&lt;m_yearfmt&gt;&lt;begin val=&quot;0&quot;/&gt;&lt;end val=&quot;4&quot;/&gt;&lt;/m_yearfmt&gt;&lt;/m_precDefaultNumber&gt;&lt;m_precDefaultPercent&gt;&lt;m_bNumberIsYear val=&quot;1&quot;/&gt;&lt;m_chMinusSymbol&gt;-&lt;/m_chMinusSymbol&gt;&lt;m_nDecimalDigits17909 val=&quot;0&quot;/&gt;&lt;m_chDecimalSymbol17909&gt;,&lt;/m_chDecimalSymbol17909&gt;&lt;m_nGroupingDigits17909 val=&quot;3&quot;/&gt;&lt;m_chGroupingSymbol17909&gt;.&lt;/m_chGroupingSymbol17909&gt;&lt;m_strSuffix17909&gt;%&lt;/m_strSuffix17909&gt;&lt;m_yearfmt&gt;&lt;begin val=&quot;0&quot;/&gt;&lt;end val=&quot;4&quot;/&gt;&lt;/m_yearfmt&gt;&lt;/m_precDefaultPercent&gt;&lt;m_precDefaultDate&gt;&lt;m_bNumberIsYear val=&quot;0&quot;/&gt;&lt;m_strFormatTime&gt;%d.%m.%Y&lt;/m_strFormatTime&gt;&lt;m_yearfmt&gt;&lt;begin val=&quot;0&quot;/&gt;&lt;end val=&quot;0&quot;/&gt;&lt;/m_yearfmt&gt;&lt;/m_precDefaultDate&gt;&lt;m_precDefaultDay&gt;&lt;m_bNumberIsYear val=&quot;0&quot;/&gt;&lt;m_strFormatTime&gt;%#d&lt;/m_strFormatTime&gt;&lt;m_yearfmt&gt;&lt;begin val=&quot;0&quot;/&gt;&lt;end val=&quot;4&quot;/&gt;&lt;/m_yearfmt&gt;&lt;/m_precDefaultDay&gt;&lt;m_precDefaultWeek&gt;&lt;m_bNumberIsYear val=&quot;0&quot;/&gt;&lt;m_strFormatTime&gt;%4&lt;/m_strFormatTime&gt;&lt;m_yearfmt&gt;&lt;begin val=&quot;0&quot;/&gt;&lt;end val=&quot;4&quot;/&gt;&lt;/m_yearfmt&gt;&lt;/m_precDefaultWeek&gt;&lt;m_precDefaultMonth&gt;&lt;m_bNumberIsYear val=&quot;0&quot;/&gt;&lt;m_strFormatTime&gt;%1&lt;/m_strFormatTime&gt;&lt;m_yearfmt&gt;&lt;begin val=&quot;0&quot;/&gt;&lt;end val=&quot;4&quot;/&gt;&lt;/m_yearfmt&gt;&lt;/m_precDefaultMonth&gt;&lt;m_precDefaultQuarter&gt;&lt;m_bNumberIsYear val=&quot;0&quot;/&gt;&lt;m_strFormatTime&gt;Q%5&lt;/m_strFormatTime&gt;&lt;m_yearfmt&gt;&lt;begin val=&quot;0&quot;/&gt;&lt;end val=&quot;4&quot;/&gt;&lt;/m_yearfmt&gt;&lt;/m_precDefaultQuarter&gt;&lt;m_precDefaultYear&gt;&lt;m_bNumberIsYear val=&quot;0&quot;/&gt;&lt;m_strFormatTime&gt;%Y&lt;/m_strFormatTime&gt;&lt;m_yearfmt&gt;&lt;begin val=&quot;0&quot;/&gt;&lt;end val=&quot;0&quot;/&gt;&lt;/m_yearfmt&gt;&lt;/m_precDefaultYear&gt;&lt;m_precDefaultFYDay&gt;&lt;m_yearfmt&gt;&lt;begin val=&quot;0&quot;/&gt;&lt;end val=&quot;4&quot;/&gt;&lt;/m_yearfmt&gt;&lt;/m_precDefaultFYDay&gt;&lt;m_precDefaultFYWeek&gt;&lt;m_yearfmt&gt;&lt;begin val=&quot;0&quot;/&gt;&lt;end val=&quot;4&quot;/&gt;&lt;/m_yearfmt&gt;&lt;/m_precDefaultFYWeek&gt;&lt;m_precDefaultFYMonth&gt;&lt;m_yearfmt&gt;&lt;begin val=&quot;0&quot;/&gt;&lt;end val=&quot;4&quot;/&gt;&lt;/m_yearfmt&gt;&lt;/m_precDefaultFYMonth&gt;&lt;m_precDefaultFYQuarter&gt;&lt;m_yearfmt&gt;&lt;begin val=&quot;0&quot;/&gt;&lt;end val=&quot;4&quot;/&gt;&lt;/m_yearfmt&gt;&lt;/m_precDefaultFYQuarter&gt;&lt;m_precDefaultFYYear&gt;&lt;m_yearfmt&gt;&lt;begin val=&quot;0&quot;/&gt;&lt;end val=&quot;4&quot;/&gt;&lt;/m_yearfmt&gt;&lt;/m_precDefaultFYYear&gt;&lt;m_mruColor&gt;&lt;m_vecMRU length=&quot;0&quot;/&gt;&lt;/m_mruColor&gt;&lt;m_eweekdayFirstOfWeek val=&quot;2&quot;/&gt;&lt;m_eweekdayFirstOfWorkweek val=&quot;2&quot;/&gt;&lt;m_eweekdayFirstOfWeekend val=&quot;7&quot;/&gt;&lt;/CPresentation&gt;&lt;/root&gt;"/>
  <p:tag name="THINKCELLUNDODONOTDELETE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BMW Group">
  <a:themeElements>
    <a:clrScheme name="BMW Group 21">
      <a:dk1>
        <a:srgbClr val="000000"/>
      </a:dk1>
      <a:lt1>
        <a:srgbClr val="FFFFFF"/>
      </a:lt1>
      <a:dk2>
        <a:srgbClr val="035970"/>
      </a:dk2>
      <a:lt2>
        <a:srgbClr val="92A2BD"/>
      </a:lt2>
      <a:accent1>
        <a:srgbClr val="548D9E"/>
      </a:accent1>
      <a:accent2>
        <a:srgbClr val="85ACB9"/>
      </a:accent2>
      <a:accent3>
        <a:srgbClr val="ABC4CF"/>
      </a:accent3>
      <a:accent4>
        <a:srgbClr val="C8D7E0"/>
      </a:accent4>
      <a:accent5>
        <a:srgbClr val="DEE5EC"/>
      </a:accent5>
      <a:accent6>
        <a:srgbClr val="E8EBF1"/>
      </a:accent6>
      <a:hlink>
        <a:srgbClr val="000000"/>
      </a:hlink>
      <a:folHlink>
        <a:srgbClr val="000000"/>
      </a:folHlink>
    </a:clrScheme>
    <a:fontScheme name="BMW Group 2021">
      <a:majorFont>
        <a:latin typeface="BMWGroupTN Condensed"/>
        <a:ea typeface=""/>
        <a:cs typeface=""/>
      </a:majorFont>
      <a:minorFont>
        <a:latin typeface="BMWGroupTN Condensed"/>
        <a:ea typeface=""/>
        <a:cs typeface=""/>
      </a:minorFont>
    </a:fontScheme>
    <a:fmtScheme name="Office 2007-2010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5"/>
        </a:solidFill>
        <a:ln w="19050">
          <a:noFill/>
          <a:miter lim="800000"/>
        </a:ln>
      </a:spPr>
      <a:bodyPr rtlCol="0" anchor="t" anchorCtr="0"/>
      <a:lstStyle>
        <a:defPPr algn="l">
          <a:defRPr dirty="0">
            <a:solidFill>
              <a:schemeClr val="tx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9050">
          <a:solidFill>
            <a:schemeClr val="tx2"/>
          </a:solidFill>
          <a:miter lim="800000"/>
          <a:tailEnd type="non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/>
      <a:bodyPr vert="horz" wrap="square" lIns="0" tIns="0" rIns="0" bIns="0" rtlCol="0">
        <a:spAutoFit/>
      </a:bodyPr>
      <a:lstStyle>
        <a:defPPr marL="0" indent="0" algn="l" defTabSz="914400" rtl="0" eaLnBrk="1" latinLnBrk="0" hangingPunct="1">
          <a:lnSpc>
            <a:spcPct val="100000"/>
          </a:lnSpc>
          <a:spcBef>
            <a:spcPts val="0"/>
          </a:spcBef>
          <a:spcAft>
            <a:spcPts val="600"/>
          </a:spcAft>
          <a:buClr>
            <a:schemeClr val="tx2"/>
          </a:buClr>
          <a:buFontTx/>
          <a:buNone/>
          <a:defRPr sz="1800" kern="1200" dirty="0" err="1" smtClean="0">
            <a:solidFill>
              <a:schemeClr val="tx1"/>
            </a:solidFill>
            <a:latin typeface="+mn-lt"/>
            <a:ea typeface="+mn-ea"/>
            <a:cs typeface="+mn-cs"/>
          </a:defRPr>
        </a:defPPr>
      </a:lstStyle>
    </a:txDef>
  </a:objectDefaults>
  <a:extraClrSchemeLst/>
  <a:custClrLst>
    <a:custClr name="Ocean Blue">
      <a:srgbClr val="035970"/>
    </a:custClr>
    <a:custClr name="Night Blue">
      <a:srgbClr val="173B68"/>
    </a:custClr>
    <a:custClr name="Sky Blue">
      <a:srgbClr val="7B9AC0"/>
    </a:custClr>
    <a:custClr name="Turquoise">
      <a:srgbClr val="009A97"/>
    </a:custClr>
    <a:custClr name="Yellow">
      <a:srgbClr val="FAD022"/>
    </a:custClr>
    <a:custClr name="Orange">
      <a:srgbClr val="E96D0C"/>
    </a:custClr>
    <a:custClr name="Purple">
      <a:srgbClr val="8D1E77"/>
    </a:custClr>
    <a:custClr name="Red">
      <a:srgbClr val="AC1640"/>
    </a:custClr>
    <a:custClr name="Cyan">
      <a:srgbClr val="079EDA"/>
    </a:custClr>
    <a:custClr name="Green">
      <a:srgbClr val="508130"/>
    </a:custClr>
    <a:custClr name="Ocean Blue darker">
      <a:srgbClr val="024152"/>
    </a:custClr>
    <a:custClr name="Night Blue darker">
      <a:srgbClr val="133155"/>
    </a:custClr>
    <a:custClr name="Sky Blue darker">
      <a:srgbClr val="5179A9"/>
    </a:custClr>
    <a:custClr name="Turquoise darker">
      <a:srgbClr val="00777A"/>
    </a:custClr>
    <a:custClr name="Yellow darker">
      <a:srgbClr val="D2A000"/>
    </a:custClr>
    <a:custClr name="Orange darker">
      <a:srgbClr val="AF5009"/>
    </a:custClr>
    <a:custClr name="Purple darker">
      <a:srgbClr val="6B175B"/>
    </a:custClr>
    <a:custClr name="Red darker">
      <a:srgbClr val="76102D"/>
    </a:custClr>
    <a:custClr name="Cyan darker">
      <a:srgbClr val="05709B"/>
    </a:custClr>
    <a:custClr name="Green darker">
      <a:srgbClr val="365620"/>
    </a:custClr>
    <a:custClr name="Ocean Blue 30% lighter">
      <a:srgbClr val="4F8B9B"/>
    </a:custClr>
    <a:custClr name="Night Blue 30% lighter">
      <a:srgbClr val="687F9D"/>
    </a:custClr>
    <a:custClr name="Sky Blue 30% lighter">
      <a:srgbClr val="A8BED4"/>
    </a:custClr>
    <a:custClr name="Turquoise 30% lighter">
      <a:srgbClr val="66C2C1"/>
    </a:custClr>
    <a:custClr name="Yellow 30% lighter">
      <a:srgbClr val="FCE37A"/>
    </a:custClr>
    <a:custClr name="Orange 30% lighter">
      <a:srgbClr val="F69954"/>
    </a:custClr>
    <a:custClr name="Purple 30% lighter">
      <a:srgbClr val="BB78AD"/>
    </a:custClr>
    <a:custClr name="Red 30% lighter">
      <a:srgbClr val="CD738C"/>
    </a:custClr>
    <a:custClr name="Cyan 30% lighter">
      <a:srgbClr val="6DCBF1"/>
    </a:custClr>
    <a:custClr name="Green 30% lighter">
      <a:srgbClr val="8BB86D"/>
    </a:custClr>
    <a:custClr name="Ocean Blue 60% lighter">
      <a:srgbClr val="A7C5CD"/>
    </a:custClr>
    <a:custClr name="Night Blue 60% lighter">
      <a:srgbClr val="B9C4D1"/>
    </a:custClr>
    <a:custClr name="Sky Blue 60% lighter">
      <a:srgbClr val="D0DDE8"/>
    </a:custClr>
    <a:custClr name="Turquoise 60% lighter">
      <a:srgbClr val="B2E0E0"/>
    </a:custClr>
    <a:custClr name="Yellow 60% lighter">
      <a:srgbClr val="FDF1BC"/>
    </a:custClr>
    <a:custClr name="Orange 60% lighter">
      <a:srgbClr val="FBCCA9"/>
    </a:custClr>
    <a:custClr name="Purple 60% lighter">
      <a:srgbClr val="DDBBD6"/>
    </a:custClr>
    <a:custClr name="Red 60% lighter">
      <a:srgbClr val="E6B9C5"/>
    </a:custClr>
    <a:custClr name="Cyan 60% lighter">
      <a:srgbClr val="B1E7FD"/>
    </a:custClr>
    <a:custClr name="Green 60% lighter">
      <a:srgbClr val="C9DEBB"/>
    </a:custClr>
  </a:custClrLst>
  <a:extLst>
    <a:ext uri="{05A4C25C-085E-4340-85A3-A5531E510DB2}">
      <thm15:themeFamily xmlns:thm15="http://schemas.microsoft.com/office/thememl/2012/main" name="blank.potx" id="{68C9AA42-38C8-43A0-8B06-11E1B7478548}" vid="{CCCB6312-CDE9-4C81-BF20-51FD3E4D1BAE}"/>
    </a:ext>
  </a:extLst>
</a:theme>
</file>

<file path=ppt/theme/theme2.xml><?xml version="1.0" encoding="utf-8"?>
<a:theme xmlns:a="http://schemas.openxmlformats.org/drawingml/2006/main" name="Office">
  <a:themeElements>
    <a:clrScheme name="BMW Group 2021">
      <a:dk1>
        <a:srgbClr val="000000"/>
      </a:dk1>
      <a:lt1>
        <a:srgbClr val="FFFFFF"/>
      </a:lt1>
      <a:dk2>
        <a:srgbClr val="035970"/>
      </a:dk2>
      <a:lt2>
        <a:srgbClr val="92A2BD"/>
      </a:lt2>
      <a:accent1>
        <a:srgbClr val="548D9E"/>
      </a:accent1>
      <a:accent2>
        <a:srgbClr val="85ACB9"/>
      </a:accent2>
      <a:accent3>
        <a:srgbClr val="ABC4CF"/>
      </a:accent3>
      <a:accent4>
        <a:srgbClr val="C8D7E0"/>
      </a:accent4>
      <a:accent5>
        <a:srgbClr val="DEE5EC"/>
      </a:accent5>
      <a:accent6>
        <a:srgbClr val="E8EBF1"/>
      </a:accent6>
      <a:hlink>
        <a:srgbClr val="000000"/>
      </a:hlink>
      <a:folHlink>
        <a:srgbClr val="000000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46efc58d-653a-435a-a55c-60d45d002427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0C9993A762392440B9D7FE02FB1F1C7C" ma:contentTypeVersion="16" ma:contentTypeDescription="Ein neues Dokument erstellen." ma:contentTypeScope="" ma:versionID="ed77a446ac7d60fe5a69fa4d73ba1b77">
  <xsd:schema xmlns:xsd="http://www.w3.org/2001/XMLSchema" xmlns:xs="http://www.w3.org/2001/XMLSchema" xmlns:p="http://schemas.microsoft.com/office/2006/metadata/properties" xmlns:ns3="46efc58d-653a-435a-a55c-60d45d002427" xmlns:ns4="3b59e19a-dcf5-4e1f-af4e-97f1615661ef" targetNamespace="http://schemas.microsoft.com/office/2006/metadata/properties" ma:root="true" ma:fieldsID="b74ede8119b22f6c97fe5b2520984cd4" ns3:_="" ns4:_="">
    <xsd:import namespace="46efc58d-653a-435a-a55c-60d45d002427"/>
    <xsd:import namespace="3b59e19a-dcf5-4e1f-af4e-97f1615661ef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AutoTags" minOccurs="0"/>
                <xsd:element ref="ns3:MediaServiceGenerationTime" minOccurs="0"/>
                <xsd:element ref="ns3:MediaServiceEventHashCode" minOccurs="0"/>
                <xsd:element ref="ns3:MediaServiceDateTaken" minOccurs="0"/>
                <xsd:element ref="ns3:MediaServiceOCR" minOccurs="0"/>
                <xsd:element ref="ns4:SharedWithUsers" minOccurs="0"/>
                <xsd:element ref="ns4:SharedWithDetails" minOccurs="0"/>
                <xsd:element ref="ns4:SharingHintHash" minOccurs="0"/>
                <xsd:element ref="ns3:MediaLengthInSeconds" minOccurs="0"/>
                <xsd:element ref="ns3:_activity" minOccurs="0"/>
                <xsd:element ref="ns3:MediaServiceObjectDetectorVersions" minOccurs="0"/>
                <xsd:element ref="ns3:MediaServiceSystemTags" minOccurs="0"/>
                <xsd:element ref="ns3:MediaServiceLocation" minOccurs="0"/>
                <xsd:element ref="ns3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6efc58d-653a-435a-a55c-60d45d002427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GenerationTime" ma:index="11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3" nillable="true" ma:displayName="MediaServiceDateTaken" ma:hidden="true" ma:internalName="MediaServiceDateTaken" ma:readOnly="true">
      <xsd:simpleType>
        <xsd:restriction base="dms:Text"/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LengthInSeconds" ma:index="18" nillable="true" ma:displayName="MediaLengthInSeconds" ma:hidden="true" ma:internalName="MediaLengthInSeconds" ma:readOnly="true">
      <xsd:simpleType>
        <xsd:restriction base="dms:Unknown"/>
      </xsd:simpleType>
    </xsd:element>
    <xsd:element name="_activity" ma:index="19" nillable="true" ma:displayName="_activity" ma:hidden="true" ma:internalName="_activity">
      <xsd:simpleType>
        <xsd:restriction base="dms:Note"/>
      </xsd:simpleType>
    </xsd:element>
    <xsd:element name="MediaServiceObjectDetectorVersions" ma:index="2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ystemTags" ma:index="21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Location" ma:index="22" nillable="true" ma:displayName="Location" ma:indexed="true" ma:internalName="MediaServiceLocation" ma:readOnly="true">
      <xsd:simpleType>
        <xsd:restriction base="dms:Text"/>
      </xsd:simpleType>
    </xsd:element>
    <xsd:element name="MediaServiceSearchProperties" ma:index="23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b59e19a-dcf5-4e1f-af4e-97f1615661ef" elementFormDefault="qualified">
    <xsd:import namespace="http://schemas.microsoft.com/office/2006/documentManagement/types"/>
    <xsd:import namespace="http://schemas.microsoft.com/office/infopath/2007/PartnerControls"/>
    <xsd:element name="SharedWithUsers" ma:index="15" nillable="true" ma:displayName="Freigegeben für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6" nillable="true" ma:displayName="Freigegeben für -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7" nillable="true" ma:displayName="Freigabehinweis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haltstyp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8BCFCD65-5E41-44CF-873A-DAEC5C00A6EC}">
  <ds:schemaRefs>
    <ds:schemaRef ds:uri="http://purl.org/dc/terms/"/>
    <ds:schemaRef ds:uri="3b59e19a-dcf5-4e1f-af4e-97f1615661ef"/>
    <ds:schemaRef ds:uri="http://schemas.microsoft.com/office/2006/documentManagement/types"/>
    <ds:schemaRef ds:uri="http://schemas.openxmlformats.org/package/2006/metadata/core-properties"/>
    <ds:schemaRef ds:uri="http://purl.org/dc/elements/1.1/"/>
    <ds:schemaRef ds:uri="http://schemas.microsoft.com/office/2006/metadata/properties"/>
    <ds:schemaRef ds:uri="http://schemas.microsoft.com/office/infopath/2007/PartnerControls"/>
    <ds:schemaRef ds:uri="46efc58d-653a-435a-a55c-60d45d002427"/>
    <ds:schemaRef ds:uri="http://www.w3.org/XML/1998/namespace"/>
    <ds:schemaRef ds:uri="http://purl.org/dc/dcmitype/"/>
  </ds:schemaRefs>
</ds:datastoreItem>
</file>

<file path=customXml/itemProps2.xml><?xml version="1.0" encoding="utf-8"?>
<ds:datastoreItem xmlns:ds="http://schemas.openxmlformats.org/officeDocument/2006/customXml" ds:itemID="{7F058727-59DB-4643-ABA9-B264DCEFDF6E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3CD519ED-7C02-4C6F-ADF5-8A862159DB21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46efc58d-653a-435a-a55c-60d45d002427"/>
    <ds:schemaRef ds:uri="3b59e19a-dcf5-4e1f-af4e-97f1615661ef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>
  <clbl:label id="{e6935750-240b-48e4-a615-66942a738439}" enabled="1" method="Standard" siteId="{ce849bab-cc1c-465b-b62e-18f07c9ac198}" contentBits="2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blank</Template>
  <TotalTime>0</TotalTime>
  <Words>10</Words>
  <Application>Microsoft Office PowerPoint</Application>
  <PresentationFormat>Breitbild</PresentationFormat>
  <Paragraphs>2</Paragraphs>
  <Slides>2</Slides>
  <Notes>0</Notes>
  <HiddenSlides>0</HiddenSlides>
  <MMClips>0</MMClips>
  <ScaleCrop>false</ScaleCrop>
  <HeadingPairs>
    <vt:vector size="8" baseType="variant">
      <vt:variant>
        <vt:lpstr>Verwendete Schriftarten</vt:lpstr>
      </vt:variant>
      <vt:variant>
        <vt:i4>5</vt:i4>
      </vt:variant>
      <vt:variant>
        <vt:lpstr>Design</vt:lpstr>
      </vt:variant>
      <vt:variant>
        <vt:i4>1</vt:i4>
      </vt:variant>
      <vt:variant>
        <vt:lpstr>Eingebettete OLE-Server</vt:lpstr>
      </vt:variant>
      <vt:variant>
        <vt:i4>1</vt:i4>
      </vt:variant>
      <vt:variant>
        <vt:lpstr>Folientitel</vt:lpstr>
      </vt:variant>
      <vt:variant>
        <vt:i4>2</vt:i4>
      </vt:variant>
    </vt:vector>
  </HeadingPairs>
  <TitlesOfParts>
    <vt:vector size="9" baseType="lpstr">
      <vt:lpstr>Arial</vt:lpstr>
      <vt:lpstr>BMW Group Condensed</vt:lpstr>
      <vt:lpstr>BMWGroupTN Condensed</vt:lpstr>
      <vt:lpstr>Consolas</vt:lpstr>
      <vt:lpstr>Wingdings</vt:lpstr>
      <vt:lpstr>BMW Group</vt:lpstr>
      <vt:lpstr>think-cell Folie</vt:lpstr>
      <vt:lpstr>PowerPoint-Präsentation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Ellmaier Sebastian, EG-D-14</dc:creator>
  <cp:lastModifiedBy>Ellmaier Sebastian, EG-D-14</cp:lastModifiedBy>
  <cp:revision>3</cp:revision>
  <dcterms:created xsi:type="dcterms:W3CDTF">2026-02-22T14:30:01Z</dcterms:created>
  <dcterms:modified xsi:type="dcterms:W3CDTF">2026-06-09T13:57:04Z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0x0101000C9993A762392440B9D7FE02FB1F1C7C</vt:lpwstr>
  </property>
  <property fmtid="{D5CDD505-2E9C-101B-9397-08002B2CF9AE}" pid="3" name="MSIP_Label_e6935750-240b-48e4-a615-66942a738439_Enabled">
    <vt:lpwstr>true</vt:lpwstr>
  </property>
  <property fmtid="{D5CDD505-2E9C-101B-9397-08002B2CF9AE}" pid="4" name="MSIP_Label_e6935750-240b-48e4-a615-66942a738439_SetDate">
    <vt:lpwstr>2025-08-04T07:35:46Z</vt:lpwstr>
  </property>
  <property fmtid="{D5CDD505-2E9C-101B-9397-08002B2CF9AE}" pid="5" name="MSIP_Label_e6935750-240b-48e4-a615-66942a738439_Method">
    <vt:lpwstr>Standard</vt:lpwstr>
  </property>
  <property fmtid="{D5CDD505-2E9C-101B-9397-08002B2CF9AE}" pid="6" name="MSIP_Label_e6935750-240b-48e4-a615-66942a738439_Name">
    <vt:lpwstr>e6935750-240b-48e4-a615-66942a738439</vt:lpwstr>
  </property>
  <property fmtid="{D5CDD505-2E9C-101B-9397-08002B2CF9AE}" pid="7" name="MSIP_Label_e6935750-240b-48e4-a615-66942a738439_SiteId">
    <vt:lpwstr>ce849bab-cc1c-465b-b62e-18f07c9ac198</vt:lpwstr>
  </property>
  <property fmtid="{D5CDD505-2E9C-101B-9397-08002B2CF9AE}" pid="8" name="MSIP_Label_e6935750-240b-48e4-a615-66942a738439_ActionId">
    <vt:lpwstr>825cc886-d864-4ebd-8fa8-13049a8131e7</vt:lpwstr>
  </property>
  <property fmtid="{D5CDD505-2E9C-101B-9397-08002B2CF9AE}" pid="9" name="MSIP_Label_e6935750-240b-48e4-a615-66942a738439_ContentBits">
    <vt:lpwstr>2</vt:lpwstr>
  </property>
  <property fmtid="{D5CDD505-2E9C-101B-9397-08002B2CF9AE}" pid="10" name="MSIP_Label_e6935750-240b-48e4-a615-66942a738439_Tag">
    <vt:lpwstr>10, 3, 0, 1</vt:lpwstr>
  </property>
  <property fmtid="{D5CDD505-2E9C-101B-9397-08002B2CF9AE}" pid="11" name="ClassificationContentMarkingFooterLocations">
    <vt:lpwstr>BMW Group 2021:4</vt:lpwstr>
  </property>
  <property fmtid="{D5CDD505-2E9C-101B-9397-08002B2CF9AE}" pid="12" name="ClassificationContentMarkingFooterText">
    <vt:lpwstr>CONFIDENTIAL</vt:lpwstr>
  </property>
</Properties>
</file>